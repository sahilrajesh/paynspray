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1"/>
  </p:notesMasterIdLst>
  <p:sldIdLst>
    <p:sldId id="329" r:id="rId5"/>
    <p:sldId id="328" r:id="rId6"/>
    <p:sldId id="309" r:id="rId7"/>
    <p:sldId id="311" r:id="rId8"/>
    <p:sldId id="312" r:id="rId9"/>
    <p:sldId id="313" r:id="rId10"/>
    <p:sldId id="315" r:id="rId11"/>
    <p:sldId id="317" r:id="rId12"/>
    <p:sldId id="318" r:id="rId13"/>
    <p:sldId id="319" r:id="rId14"/>
    <p:sldId id="320" r:id="rId15"/>
    <p:sldId id="321" r:id="rId16"/>
    <p:sldId id="322" r:id="rId17"/>
    <p:sldId id="327" r:id="rId18"/>
    <p:sldId id="324" r:id="rId19"/>
    <p:sldId id="32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D5786A-5F21-8683-F385-0D9C557B10D0}" v="3" dt="2025-08-19T16:25:01.435"/>
    <p1510:client id="{A51C677F-33CC-2B9C-2AB0-38D412C9B6A7}" v="22" dt="2025-08-19T17:40:11.655"/>
    <p1510:client id="{A5EB227E-8415-49B0-89B5-5666AE1EA423}" v="31" dt="2025-08-19T07:40:12.977"/>
    <p1510:client id="{C2F489B3-441A-42AD-963C-9C86BDDDB99E}" v="63" dt="2025-08-19T16:41:12.8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[EXT] Sahil Rajesh" userId="00677f8b-a7ee-4053-86df-7fa23f6a8f67" providerId="ADAL" clId="{C2F489B3-441A-42AD-963C-9C86BDDDB99E}"/>
    <pc:docChg chg="undo custSel delSld modSld">
      <pc:chgData name="[EXT] Sahil Rajesh" userId="00677f8b-a7ee-4053-86df-7fa23f6a8f67" providerId="ADAL" clId="{C2F489B3-441A-42AD-963C-9C86BDDDB99E}" dt="2025-08-20T00:21:35.023" v="144" actId="2696"/>
      <pc:docMkLst>
        <pc:docMk/>
      </pc:docMkLst>
      <pc:sldChg chg="modSp mod">
        <pc:chgData name="[EXT] Sahil Rajesh" userId="00677f8b-a7ee-4053-86df-7fa23f6a8f67" providerId="ADAL" clId="{C2F489B3-441A-42AD-963C-9C86BDDDB99E}" dt="2025-08-19T16:39:54.512" v="129" actId="20577"/>
        <pc:sldMkLst>
          <pc:docMk/>
          <pc:sldMk cId="2152082915" sldId="292"/>
        </pc:sldMkLst>
        <pc:spChg chg="mod">
          <ac:chgData name="[EXT] Sahil Rajesh" userId="00677f8b-a7ee-4053-86df-7fa23f6a8f67" providerId="ADAL" clId="{C2F489B3-441A-42AD-963C-9C86BDDDB99E}" dt="2025-08-19T16:39:54.512" v="129" actId="20577"/>
          <ac:spMkLst>
            <pc:docMk/>
            <pc:sldMk cId="2152082915" sldId="292"/>
            <ac:spMk id="2" creationId="{C0D7398C-75E5-4CB0-BA4F-D7D5CF2495D4}"/>
          </ac:spMkLst>
        </pc:spChg>
        <pc:spChg chg="mod">
          <ac:chgData name="[EXT] Sahil Rajesh" userId="00677f8b-a7ee-4053-86df-7fa23f6a8f67" providerId="ADAL" clId="{C2F489B3-441A-42AD-963C-9C86BDDDB99E}" dt="2025-08-19T16:38:35.015" v="120" actId="14100"/>
          <ac:spMkLst>
            <pc:docMk/>
            <pc:sldMk cId="2152082915" sldId="292"/>
            <ac:spMk id="3" creationId="{5C5BFB45-FC34-495C-9C68-F9641246C2EE}"/>
          </ac:spMkLst>
        </pc:spChg>
        <pc:picChg chg="mod">
          <ac:chgData name="[EXT] Sahil Rajesh" userId="00677f8b-a7ee-4053-86df-7fa23f6a8f67" providerId="ADAL" clId="{C2F489B3-441A-42AD-963C-9C86BDDDB99E}" dt="2025-08-19T16:36:04.465" v="107" actId="1076"/>
          <ac:picMkLst>
            <pc:docMk/>
            <pc:sldMk cId="2152082915" sldId="292"/>
            <ac:picMk id="4" creationId="{62BA1780-A246-4C7F-9267-727EF2F4E785}"/>
          </ac:picMkLst>
        </pc:picChg>
      </pc:sldChg>
      <pc:sldChg chg="modSp mod">
        <pc:chgData name="[EXT] Sahil Rajesh" userId="00677f8b-a7ee-4053-86df-7fa23f6a8f67" providerId="ADAL" clId="{C2F489B3-441A-42AD-963C-9C86BDDDB99E}" dt="2025-08-19T14:41:22.708" v="6" actId="27636"/>
        <pc:sldMkLst>
          <pc:docMk/>
          <pc:sldMk cId="4232841756" sldId="312"/>
        </pc:sldMkLst>
        <pc:spChg chg="mod">
          <ac:chgData name="[EXT] Sahil Rajesh" userId="00677f8b-a7ee-4053-86df-7fa23f6a8f67" providerId="ADAL" clId="{C2F489B3-441A-42AD-963C-9C86BDDDB99E}" dt="2025-08-19T14:41:22.708" v="6" actId="27636"/>
          <ac:spMkLst>
            <pc:docMk/>
            <pc:sldMk cId="4232841756" sldId="312"/>
            <ac:spMk id="3" creationId="{62276740-79F1-790F-3D8E-BA043757D52D}"/>
          </ac:spMkLst>
        </pc:spChg>
      </pc:sldChg>
      <pc:sldChg chg="addSp delSp modSp mod setClrOvrMap">
        <pc:chgData name="[EXT] Sahil Rajesh" userId="00677f8b-a7ee-4053-86df-7fa23f6a8f67" providerId="ADAL" clId="{C2F489B3-441A-42AD-963C-9C86BDDDB99E}" dt="2025-08-20T00:18:22.044" v="143" actId="1076"/>
        <pc:sldMkLst>
          <pc:docMk/>
          <pc:sldMk cId="1374492955" sldId="313"/>
        </pc:sldMkLst>
        <pc:spChg chg="mod">
          <ac:chgData name="[EXT] Sahil Rajesh" userId="00677f8b-a7ee-4053-86df-7fa23f6a8f67" providerId="ADAL" clId="{C2F489B3-441A-42AD-963C-9C86BDDDB99E}" dt="2025-08-20T00:18:22.044" v="143" actId="1076"/>
          <ac:spMkLst>
            <pc:docMk/>
            <pc:sldMk cId="1374492955" sldId="313"/>
            <ac:spMk id="2" creationId="{37062A13-088A-260F-4074-63FE1D935142}"/>
          </ac:spMkLst>
        </pc:spChg>
        <pc:spChg chg="add del">
          <ac:chgData name="[EXT] Sahil Rajesh" userId="00677f8b-a7ee-4053-86df-7fa23f6a8f67" providerId="ADAL" clId="{C2F489B3-441A-42AD-963C-9C86BDDDB99E}" dt="2025-08-20T00:17:50.910" v="138" actId="478"/>
          <ac:spMkLst>
            <pc:docMk/>
            <pc:sldMk cId="1374492955" sldId="313"/>
            <ac:spMk id="103" creationId="{33D2F5BE-9C0F-B3AF-AFF7-4A50AD6C08D0}"/>
          </ac:spMkLst>
        </pc:spChg>
        <pc:spChg chg="add del">
          <ac:chgData name="[EXT] Sahil Rajesh" userId="00677f8b-a7ee-4053-86df-7fa23f6a8f67" providerId="ADAL" clId="{C2F489B3-441A-42AD-963C-9C86BDDDB99E}" dt="2025-08-20T00:17:42.386" v="136" actId="26606"/>
          <ac:spMkLst>
            <pc:docMk/>
            <pc:sldMk cId="1374492955" sldId="313"/>
            <ac:spMk id="108" creationId="{2FFEFC7E-85EE-4AC9-A351-FBEB13A1D622}"/>
          </ac:spMkLst>
        </pc:spChg>
        <pc:spChg chg="add del">
          <ac:chgData name="[EXT] Sahil Rajesh" userId="00677f8b-a7ee-4053-86df-7fa23f6a8f67" providerId="ADAL" clId="{C2F489B3-441A-42AD-963C-9C86BDDDB99E}" dt="2025-08-20T00:17:42.386" v="136" actId="26606"/>
          <ac:spMkLst>
            <pc:docMk/>
            <pc:sldMk cId="1374492955" sldId="313"/>
            <ac:spMk id="110" creationId="{CB2511BB-FC4C-45F3-94EB-661D6806C942}"/>
          </ac:spMkLst>
        </pc:spChg>
        <pc:spChg chg="add del">
          <ac:chgData name="[EXT] Sahil Rajesh" userId="00677f8b-a7ee-4053-86df-7fa23f6a8f67" providerId="ADAL" clId="{C2F489B3-441A-42AD-963C-9C86BDDDB99E}" dt="2025-08-20T00:17:42.386" v="136" actId="26606"/>
          <ac:spMkLst>
            <pc:docMk/>
            <pc:sldMk cId="1374492955" sldId="313"/>
            <ac:spMk id="112" creationId="{68DC0EC7-60EA-4BD3-BC04-D547DE1B2891}"/>
          </ac:spMkLst>
        </pc:spChg>
        <pc:spChg chg="add del">
          <ac:chgData name="[EXT] Sahil Rajesh" userId="00677f8b-a7ee-4053-86df-7fa23f6a8f67" providerId="ADAL" clId="{C2F489B3-441A-42AD-963C-9C86BDDDB99E}" dt="2025-08-20T00:17:39.549" v="134" actId="26606"/>
          <ac:spMkLst>
            <pc:docMk/>
            <pc:sldMk cId="1374492955" sldId="313"/>
            <ac:spMk id="119" creationId="{1419E3D9-C5FB-41A9-B6D2-DFB210BB6211}"/>
          </ac:spMkLst>
        </pc:spChg>
        <pc:spChg chg="add del">
          <ac:chgData name="[EXT] Sahil Rajesh" userId="00677f8b-a7ee-4053-86df-7fa23f6a8f67" providerId="ADAL" clId="{C2F489B3-441A-42AD-963C-9C86BDDDB99E}" dt="2025-08-20T00:17:39.549" v="134" actId="26606"/>
          <ac:spMkLst>
            <pc:docMk/>
            <pc:sldMk cId="1374492955" sldId="313"/>
            <ac:spMk id="121" creationId="{367909BF-1DF7-4ACE-8F58-6CF719BB27E5}"/>
          </ac:spMkLst>
        </pc:spChg>
        <pc:spChg chg="add del">
          <ac:chgData name="[EXT] Sahil Rajesh" userId="00677f8b-a7ee-4053-86df-7fa23f6a8f67" providerId="ADAL" clId="{C2F489B3-441A-42AD-963C-9C86BDDDB99E}" dt="2025-08-20T00:17:39.549" v="134" actId="26606"/>
          <ac:spMkLst>
            <pc:docMk/>
            <pc:sldMk cId="1374492955" sldId="313"/>
            <ac:spMk id="123" creationId="{89E8BEDB-0BBC-4F21-9CFB-8530D664C343}"/>
          </ac:spMkLst>
        </pc:spChg>
        <pc:spChg chg="add del">
          <ac:chgData name="[EXT] Sahil Rajesh" userId="00677f8b-a7ee-4053-86df-7fa23f6a8f67" providerId="ADAL" clId="{C2F489B3-441A-42AD-963C-9C86BDDDB99E}" dt="2025-08-20T00:17:39.549" v="134" actId="26606"/>
          <ac:spMkLst>
            <pc:docMk/>
            <pc:sldMk cId="1374492955" sldId="313"/>
            <ac:spMk id="130" creationId="{420551B3-B4DA-48EE-988C-4FAEAEB5CE98}"/>
          </ac:spMkLst>
        </pc:spChg>
        <pc:spChg chg="add del">
          <ac:chgData name="[EXT] Sahil Rajesh" userId="00677f8b-a7ee-4053-86df-7fa23f6a8f67" providerId="ADAL" clId="{C2F489B3-441A-42AD-963C-9C86BDDDB99E}" dt="2025-08-20T00:17:39.549" v="134" actId="26606"/>
          <ac:spMkLst>
            <pc:docMk/>
            <pc:sldMk cId="1374492955" sldId="313"/>
            <ac:spMk id="132" creationId="{A8702010-68BC-443D-88D4-407773D9802A}"/>
          </ac:spMkLst>
        </pc:spChg>
        <pc:spChg chg="add del">
          <ac:chgData name="[EXT] Sahil Rajesh" userId="00677f8b-a7ee-4053-86df-7fa23f6a8f67" providerId="ADAL" clId="{C2F489B3-441A-42AD-963C-9C86BDDDB99E}" dt="2025-08-20T00:17:39.549" v="134" actId="26606"/>
          <ac:spMkLst>
            <pc:docMk/>
            <pc:sldMk cId="1374492955" sldId="313"/>
            <ac:spMk id="136" creationId="{728BB691-7718-4B75-B2DC-DD370B7D05AD}"/>
          </ac:spMkLst>
        </pc:spChg>
        <pc:spChg chg="add del">
          <ac:chgData name="[EXT] Sahil Rajesh" userId="00677f8b-a7ee-4053-86df-7fa23f6a8f67" providerId="ADAL" clId="{C2F489B3-441A-42AD-963C-9C86BDDDB99E}" dt="2025-08-20T00:17:42.386" v="136" actId="26606"/>
          <ac:spMkLst>
            <pc:docMk/>
            <pc:sldMk cId="1374492955" sldId="313"/>
            <ac:spMk id="147" creationId="{1E8D93C5-28EB-42D0-86CE-D804955653CC}"/>
          </ac:spMkLst>
        </pc:spChg>
        <pc:spChg chg="add del">
          <ac:chgData name="[EXT] Sahil Rajesh" userId="00677f8b-a7ee-4053-86df-7fa23f6a8f67" providerId="ADAL" clId="{C2F489B3-441A-42AD-963C-9C86BDDDB99E}" dt="2025-08-20T00:17:42.386" v="136" actId="26606"/>
          <ac:spMkLst>
            <pc:docMk/>
            <pc:sldMk cId="1374492955" sldId="313"/>
            <ac:spMk id="148" creationId="{AB1B1E7D-F76D-4744-AF85-239E6998A4C5}"/>
          </ac:spMkLst>
        </pc:spChg>
        <pc:spChg chg="add del">
          <ac:chgData name="[EXT] Sahil Rajesh" userId="00677f8b-a7ee-4053-86df-7fa23f6a8f67" providerId="ADAL" clId="{C2F489B3-441A-42AD-963C-9C86BDDDB99E}" dt="2025-08-20T00:17:42.386" v="136" actId="26606"/>
          <ac:spMkLst>
            <pc:docMk/>
            <pc:sldMk cId="1374492955" sldId="313"/>
            <ac:spMk id="149" creationId="{3BB65211-00DB-45B6-A223-033B2D19CBE8}"/>
          </ac:spMkLst>
        </pc:spChg>
        <pc:spChg chg="add del">
          <ac:chgData name="[EXT] Sahil Rajesh" userId="00677f8b-a7ee-4053-86df-7fa23f6a8f67" providerId="ADAL" clId="{C2F489B3-441A-42AD-963C-9C86BDDDB99E}" dt="2025-08-20T00:17:42.386" v="136" actId="26606"/>
          <ac:spMkLst>
            <pc:docMk/>
            <pc:sldMk cId="1374492955" sldId="313"/>
            <ac:spMk id="151" creationId="{EA4E4267-CAF0-4C38-8DC6-CD3B1A9F046E}"/>
          </ac:spMkLst>
        </pc:spChg>
        <pc:spChg chg="add del">
          <ac:chgData name="[EXT] Sahil Rajesh" userId="00677f8b-a7ee-4053-86df-7fa23f6a8f67" providerId="ADAL" clId="{C2F489B3-441A-42AD-963C-9C86BDDDB99E}" dt="2025-08-20T00:17:42.386" v="136" actId="26606"/>
          <ac:spMkLst>
            <pc:docMk/>
            <pc:sldMk cId="1374492955" sldId="313"/>
            <ac:spMk id="152" creationId="{0EE3ACC5-126D-4BA4-8B45-7F0B5B839C51}"/>
          </ac:spMkLst>
        </pc:spChg>
        <pc:spChg chg="add del">
          <ac:chgData name="[EXT] Sahil Rajesh" userId="00677f8b-a7ee-4053-86df-7fa23f6a8f67" providerId="ADAL" clId="{C2F489B3-441A-42AD-963C-9C86BDDDB99E}" dt="2025-08-20T00:17:42.386" v="136" actId="26606"/>
          <ac:spMkLst>
            <pc:docMk/>
            <pc:sldMk cId="1374492955" sldId="313"/>
            <ac:spMk id="156" creationId="{BA53A868-C420-4BAE-9244-EC162AF05CFC}"/>
          </ac:spMkLst>
        </pc:spChg>
      </pc:sldChg>
      <pc:sldChg chg="modSp mod">
        <pc:chgData name="[EXT] Sahil Rajesh" userId="00677f8b-a7ee-4053-86df-7fa23f6a8f67" providerId="ADAL" clId="{C2F489B3-441A-42AD-963C-9C86BDDDB99E}" dt="2025-08-19T16:33:06.269" v="96" actId="207"/>
        <pc:sldMkLst>
          <pc:docMk/>
          <pc:sldMk cId="2669797956" sldId="315"/>
        </pc:sldMkLst>
        <pc:spChg chg="mod">
          <ac:chgData name="[EXT] Sahil Rajesh" userId="00677f8b-a7ee-4053-86df-7fa23f6a8f67" providerId="ADAL" clId="{C2F489B3-441A-42AD-963C-9C86BDDDB99E}" dt="2025-08-19T16:32:55.755" v="94" actId="207"/>
          <ac:spMkLst>
            <pc:docMk/>
            <pc:sldMk cId="2669797956" sldId="315"/>
            <ac:spMk id="3" creationId="{DB52B0AA-EA09-FEBD-4300-D359A60AD4E7}"/>
          </ac:spMkLst>
        </pc:spChg>
        <pc:spChg chg="mod">
          <ac:chgData name="[EXT] Sahil Rajesh" userId="00677f8b-a7ee-4053-86df-7fa23f6a8f67" providerId="ADAL" clId="{C2F489B3-441A-42AD-963C-9C86BDDDB99E}" dt="2025-08-19T16:33:06.269" v="96" actId="207"/>
          <ac:spMkLst>
            <pc:docMk/>
            <pc:sldMk cId="2669797956" sldId="315"/>
            <ac:spMk id="5" creationId="{3ACF6B32-9DDC-8160-E27B-DFDE1A8F53DA}"/>
          </ac:spMkLst>
        </pc:spChg>
      </pc:sldChg>
      <pc:sldChg chg="modSp mod">
        <pc:chgData name="[EXT] Sahil Rajesh" userId="00677f8b-a7ee-4053-86df-7fa23f6a8f67" providerId="ADAL" clId="{C2F489B3-441A-42AD-963C-9C86BDDDB99E}" dt="2025-08-19T16:41:12.845" v="131" actId="207"/>
        <pc:sldMkLst>
          <pc:docMk/>
          <pc:sldMk cId="1515802714" sldId="317"/>
        </pc:sldMkLst>
        <pc:spChg chg="mod">
          <ac:chgData name="[EXT] Sahil Rajesh" userId="00677f8b-a7ee-4053-86df-7fa23f6a8f67" providerId="ADAL" clId="{C2F489B3-441A-42AD-963C-9C86BDDDB99E}" dt="2025-08-19T16:31:25.875" v="90" actId="207"/>
          <ac:spMkLst>
            <pc:docMk/>
            <pc:sldMk cId="1515802714" sldId="317"/>
            <ac:spMk id="3" creationId="{5ABEA22F-FE17-393F-BD5A-6619E6024980}"/>
          </ac:spMkLst>
        </pc:spChg>
        <pc:spChg chg="mod">
          <ac:chgData name="[EXT] Sahil Rajesh" userId="00677f8b-a7ee-4053-86df-7fa23f6a8f67" providerId="ADAL" clId="{C2F489B3-441A-42AD-963C-9C86BDDDB99E}" dt="2025-08-19T16:41:12.845" v="131" actId="207"/>
          <ac:spMkLst>
            <pc:docMk/>
            <pc:sldMk cId="1515802714" sldId="317"/>
            <ac:spMk id="4" creationId="{2A80E754-F1CA-E709-0568-90B34060E02C}"/>
          </ac:spMkLst>
        </pc:spChg>
        <pc:spChg chg="mod">
          <ac:chgData name="[EXT] Sahil Rajesh" userId="00677f8b-a7ee-4053-86df-7fa23f6a8f67" providerId="ADAL" clId="{C2F489B3-441A-42AD-963C-9C86BDDDB99E}" dt="2025-08-19T16:31:44.386" v="92" actId="207"/>
          <ac:spMkLst>
            <pc:docMk/>
            <pc:sldMk cId="1515802714" sldId="317"/>
            <ac:spMk id="5" creationId="{929E0464-99E4-162A-BCFA-5EDDD7FD80B6}"/>
          </ac:spMkLst>
        </pc:spChg>
      </pc:sldChg>
      <pc:sldChg chg="delSp modSp mod delAnim">
        <pc:chgData name="[EXT] Sahil Rajesh" userId="00677f8b-a7ee-4053-86df-7fa23f6a8f67" providerId="ADAL" clId="{C2F489B3-441A-42AD-963C-9C86BDDDB99E}" dt="2025-08-19T15:02:15.951" v="42" actId="1076"/>
        <pc:sldMkLst>
          <pc:docMk/>
          <pc:sldMk cId="3031158716" sldId="319"/>
        </pc:sldMkLst>
        <pc:picChg chg="mod">
          <ac:chgData name="[EXT] Sahil Rajesh" userId="00677f8b-a7ee-4053-86df-7fa23f6a8f67" providerId="ADAL" clId="{C2F489B3-441A-42AD-963C-9C86BDDDB99E}" dt="2025-08-19T15:00:15.607" v="22" actId="14100"/>
          <ac:picMkLst>
            <pc:docMk/>
            <pc:sldMk cId="3031158716" sldId="319"/>
            <ac:picMk id="4" creationId="{BB2C23A0-8576-15D8-8459-47DCE80E45E6}"/>
          </ac:picMkLst>
        </pc:picChg>
        <pc:picChg chg="del">
          <ac:chgData name="[EXT] Sahil Rajesh" userId="00677f8b-a7ee-4053-86df-7fa23f6a8f67" providerId="ADAL" clId="{C2F489B3-441A-42AD-963C-9C86BDDDB99E}" dt="2025-08-19T14:59:59.999" v="18" actId="478"/>
          <ac:picMkLst>
            <pc:docMk/>
            <pc:sldMk cId="3031158716" sldId="319"/>
            <ac:picMk id="6" creationId="{8D9915C7-5400-C0A0-0382-9E8E1DC3BAA6}"/>
          </ac:picMkLst>
        </pc:picChg>
        <pc:picChg chg="del">
          <ac:chgData name="[EXT] Sahil Rajesh" userId="00677f8b-a7ee-4053-86df-7fa23f6a8f67" providerId="ADAL" clId="{C2F489B3-441A-42AD-963C-9C86BDDDB99E}" dt="2025-08-19T14:59:59.060" v="17" actId="478"/>
          <ac:picMkLst>
            <pc:docMk/>
            <pc:sldMk cId="3031158716" sldId="319"/>
            <ac:picMk id="8" creationId="{0704AB87-BB5F-FC98-5AA2-060B7BEFB8DF}"/>
          </ac:picMkLst>
        </pc:picChg>
        <pc:picChg chg="mod">
          <ac:chgData name="[EXT] Sahil Rajesh" userId="00677f8b-a7ee-4053-86df-7fa23f6a8f67" providerId="ADAL" clId="{C2F489B3-441A-42AD-963C-9C86BDDDB99E}" dt="2025-08-19T15:02:15.951" v="42" actId="1076"/>
          <ac:picMkLst>
            <pc:docMk/>
            <pc:sldMk cId="3031158716" sldId="319"/>
            <ac:picMk id="10" creationId="{5AC4C572-0980-5C5E-1B2D-827FB60A01F7}"/>
          </ac:picMkLst>
        </pc:picChg>
        <pc:picChg chg="del">
          <ac:chgData name="[EXT] Sahil Rajesh" userId="00677f8b-a7ee-4053-86df-7fa23f6a8f67" providerId="ADAL" clId="{C2F489B3-441A-42AD-963C-9C86BDDDB99E}" dt="2025-08-19T14:59:54.964" v="15" actId="478"/>
          <ac:picMkLst>
            <pc:docMk/>
            <pc:sldMk cId="3031158716" sldId="319"/>
            <ac:picMk id="12" creationId="{4980BA42-431F-EF3A-01B0-11A210D3010E}"/>
          </ac:picMkLst>
        </pc:picChg>
        <pc:picChg chg="del">
          <ac:chgData name="[EXT] Sahil Rajesh" userId="00677f8b-a7ee-4053-86df-7fa23f6a8f67" providerId="ADAL" clId="{C2F489B3-441A-42AD-963C-9C86BDDDB99E}" dt="2025-08-19T14:59:53.620" v="14" actId="478"/>
          <ac:picMkLst>
            <pc:docMk/>
            <pc:sldMk cId="3031158716" sldId="319"/>
            <ac:picMk id="14" creationId="{312F85B8-B0E2-AEF6-1246-27901BA38CEC}"/>
          </ac:picMkLst>
        </pc:picChg>
        <pc:picChg chg="del">
          <ac:chgData name="[EXT] Sahil Rajesh" userId="00677f8b-a7ee-4053-86df-7fa23f6a8f67" providerId="ADAL" clId="{C2F489B3-441A-42AD-963C-9C86BDDDB99E}" dt="2025-08-19T14:59:52.533" v="13" actId="478"/>
          <ac:picMkLst>
            <pc:docMk/>
            <pc:sldMk cId="3031158716" sldId="319"/>
            <ac:picMk id="16" creationId="{E7E14A15-CEC1-2079-5C7A-CB6116532638}"/>
          </ac:picMkLst>
        </pc:picChg>
        <pc:picChg chg="del">
          <ac:chgData name="[EXT] Sahil Rajesh" userId="00677f8b-a7ee-4053-86df-7fa23f6a8f67" providerId="ADAL" clId="{C2F489B3-441A-42AD-963C-9C86BDDDB99E}" dt="2025-08-19T14:59:51.324" v="12" actId="478"/>
          <ac:picMkLst>
            <pc:docMk/>
            <pc:sldMk cId="3031158716" sldId="319"/>
            <ac:picMk id="18" creationId="{9F1ADE94-AE9D-5544-F18B-6A854110C0F1}"/>
          </ac:picMkLst>
        </pc:picChg>
        <pc:picChg chg="del">
          <ac:chgData name="[EXT] Sahil Rajesh" userId="00677f8b-a7ee-4053-86df-7fa23f6a8f67" providerId="ADAL" clId="{C2F489B3-441A-42AD-963C-9C86BDDDB99E}" dt="2025-08-19T14:59:49.072" v="11" actId="478"/>
          <ac:picMkLst>
            <pc:docMk/>
            <pc:sldMk cId="3031158716" sldId="319"/>
            <ac:picMk id="20" creationId="{ACED0D9A-F1F6-0E8C-AE27-3CEE39D34183}"/>
          </ac:picMkLst>
        </pc:picChg>
        <pc:picChg chg="mod">
          <ac:chgData name="[EXT] Sahil Rajesh" userId="00677f8b-a7ee-4053-86df-7fa23f6a8f67" providerId="ADAL" clId="{C2F489B3-441A-42AD-963C-9C86BDDDB99E}" dt="2025-08-19T15:02:11.284" v="41" actId="1076"/>
          <ac:picMkLst>
            <pc:docMk/>
            <pc:sldMk cId="3031158716" sldId="319"/>
            <ac:picMk id="22" creationId="{2A810CF2-8283-5E0C-1390-9F9CE6F85844}"/>
          </ac:picMkLst>
        </pc:picChg>
        <pc:picChg chg="del">
          <ac:chgData name="[EXT] Sahil Rajesh" userId="00677f8b-a7ee-4053-86df-7fa23f6a8f67" providerId="ADAL" clId="{C2F489B3-441A-42AD-963C-9C86BDDDB99E}" dt="2025-08-19T14:59:44.650" v="9" actId="478"/>
          <ac:picMkLst>
            <pc:docMk/>
            <pc:sldMk cId="3031158716" sldId="319"/>
            <ac:picMk id="24" creationId="{82F561B5-FD64-2C1E-F6D4-AD69DFE176D7}"/>
          </ac:picMkLst>
        </pc:picChg>
        <pc:picChg chg="del">
          <ac:chgData name="[EXT] Sahil Rajesh" userId="00677f8b-a7ee-4053-86df-7fa23f6a8f67" providerId="ADAL" clId="{C2F489B3-441A-42AD-963C-9C86BDDDB99E}" dt="2025-08-19T14:59:43.071" v="8" actId="478"/>
          <ac:picMkLst>
            <pc:docMk/>
            <pc:sldMk cId="3031158716" sldId="319"/>
            <ac:picMk id="26" creationId="{D9F21D03-9F2C-984A-4E3B-8377A33B247A}"/>
          </ac:picMkLst>
        </pc:picChg>
      </pc:sldChg>
      <pc:sldChg chg="addSp delSp modSp mod setBg setClrOvrMap">
        <pc:chgData name="[EXT] Sahil Rajesh" userId="00677f8b-a7ee-4053-86df-7fa23f6a8f67" providerId="ADAL" clId="{C2F489B3-441A-42AD-963C-9C86BDDDB99E}" dt="2025-08-19T16:27:25.654" v="87" actId="26606"/>
        <pc:sldMkLst>
          <pc:docMk/>
          <pc:sldMk cId="3815527728" sldId="321"/>
        </pc:sldMkLst>
        <pc:spChg chg="mod">
          <ac:chgData name="[EXT] Sahil Rajesh" userId="00677f8b-a7ee-4053-86df-7fa23f6a8f67" providerId="ADAL" clId="{C2F489B3-441A-42AD-963C-9C86BDDDB99E}" dt="2025-08-19T16:27:25.654" v="87" actId="26606"/>
          <ac:spMkLst>
            <pc:docMk/>
            <pc:sldMk cId="3815527728" sldId="321"/>
            <ac:spMk id="2" creationId="{20558071-9A64-3258-6077-E4E23BE2B000}"/>
          </ac:spMkLst>
        </pc:spChg>
        <pc:spChg chg="add del mod">
          <ac:chgData name="[EXT] Sahil Rajesh" userId="00677f8b-a7ee-4053-86df-7fa23f6a8f67" providerId="ADAL" clId="{C2F489B3-441A-42AD-963C-9C86BDDDB99E}" dt="2025-08-19T16:27:25.654" v="87" actId="26606"/>
          <ac:spMkLst>
            <pc:docMk/>
            <pc:sldMk cId="3815527728" sldId="321"/>
            <ac:spMk id="3" creationId="{F65CFAB6-58B1-BD19-EBE8-80918D9061F2}"/>
          </ac:spMkLst>
        </pc:spChg>
        <pc:spChg chg="add del">
          <ac:chgData name="[EXT] Sahil Rajesh" userId="00677f8b-a7ee-4053-86df-7fa23f6a8f67" providerId="ADAL" clId="{C2F489B3-441A-42AD-963C-9C86BDDDB99E}" dt="2025-08-19T16:26:56.341" v="81" actId="26606"/>
          <ac:spMkLst>
            <pc:docMk/>
            <pc:sldMk cId="3815527728" sldId="321"/>
            <ac:spMk id="6" creationId="{0EB72A9B-FD82-4F09-BF1E-D39311D3A0E3}"/>
          </ac:spMkLst>
        </pc:spChg>
        <pc:spChg chg="add del">
          <ac:chgData name="[EXT] Sahil Rajesh" userId="00677f8b-a7ee-4053-86df-7fa23f6a8f67" providerId="ADAL" clId="{C2F489B3-441A-42AD-963C-9C86BDDDB99E}" dt="2025-08-19T16:26:56.341" v="81" actId="26606"/>
          <ac:spMkLst>
            <pc:docMk/>
            <pc:sldMk cId="3815527728" sldId="321"/>
            <ac:spMk id="7" creationId="{DD39B371-6E4E-4070-AB4E-4D788405A5A6}"/>
          </ac:spMkLst>
        </pc:spChg>
        <pc:spChg chg="add del">
          <ac:chgData name="[EXT] Sahil Rajesh" userId="00677f8b-a7ee-4053-86df-7fa23f6a8f67" providerId="ADAL" clId="{C2F489B3-441A-42AD-963C-9C86BDDDB99E}" dt="2025-08-19T16:26:56.341" v="81" actId="26606"/>
          <ac:spMkLst>
            <pc:docMk/>
            <pc:sldMk cId="3815527728" sldId="321"/>
            <ac:spMk id="8" creationId="{B937DAED-8BFE-4563-BB45-B5E554D70A84}"/>
          </ac:spMkLst>
        </pc:spChg>
        <pc:spChg chg="add del">
          <ac:chgData name="[EXT] Sahil Rajesh" userId="00677f8b-a7ee-4053-86df-7fa23f6a8f67" providerId="ADAL" clId="{C2F489B3-441A-42AD-963C-9C86BDDDB99E}" dt="2025-08-19T16:26:51.978" v="79" actId="26606"/>
          <ac:spMkLst>
            <pc:docMk/>
            <pc:sldMk cId="3815527728" sldId="321"/>
            <ac:spMk id="9" creationId="{A2AD6B69-E0A0-476D-9EE1-6B69F04C59F8}"/>
          </ac:spMkLst>
        </pc:spChg>
        <pc:spChg chg="add del">
          <ac:chgData name="[EXT] Sahil Rajesh" userId="00677f8b-a7ee-4053-86df-7fa23f6a8f67" providerId="ADAL" clId="{C2F489B3-441A-42AD-963C-9C86BDDDB99E}" dt="2025-08-19T16:26:51.978" v="79" actId="26606"/>
          <ac:spMkLst>
            <pc:docMk/>
            <pc:sldMk cId="3815527728" sldId="321"/>
            <ac:spMk id="11" creationId="{16BE10A1-AD5F-4AB3-8A94-41D62B494ADB}"/>
          </ac:spMkLst>
        </pc:spChg>
        <pc:spChg chg="add del">
          <ac:chgData name="[EXT] Sahil Rajesh" userId="00677f8b-a7ee-4053-86df-7fa23f6a8f67" providerId="ADAL" clId="{C2F489B3-441A-42AD-963C-9C86BDDDB99E}" dt="2025-08-19T16:27:07.819" v="83" actId="26606"/>
          <ac:spMkLst>
            <pc:docMk/>
            <pc:sldMk cId="3815527728" sldId="321"/>
            <ac:spMk id="12" creationId="{B6EE7E08-B389-43E5-B019-1B0A8ACBBD93}"/>
          </ac:spMkLst>
        </pc:spChg>
        <pc:spChg chg="add del">
          <ac:chgData name="[EXT] Sahil Rajesh" userId="00677f8b-a7ee-4053-86df-7fa23f6a8f67" providerId="ADAL" clId="{C2F489B3-441A-42AD-963C-9C86BDDDB99E}" dt="2025-08-19T16:26:51.978" v="79" actId="26606"/>
          <ac:spMkLst>
            <pc:docMk/>
            <pc:sldMk cId="3815527728" sldId="321"/>
            <ac:spMk id="13" creationId="{5684BFFE-6A90-4311-ACD5-B34177D46462}"/>
          </ac:spMkLst>
        </pc:spChg>
        <pc:spChg chg="add del">
          <ac:chgData name="[EXT] Sahil Rajesh" userId="00677f8b-a7ee-4053-86df-7fa23f6a8f67" providerId="ADAL" clId="{C2F489B3-441A-42AD-963C-9C86BDDDB99E}" dt="2025-08-19T16:27:07.819" v="83" actId="26606"/>
          <ac:spMkLst>
            <pc:docMk/>
            <pc:sldMk cId="3815527728" sldId="321"/>
            <ac:spMk id="15" creationId="{E60D94A5-8A09-4BAB-8F7C-69BC34C54DDE}"/>
          </ac:spMkLst>
        </pc:spChg>
        <pc:spChg chg="add del">
          <ac:chgData name="[EXT] Sahil Rajesh" userId="00677f8b-a7ee-4053-86df-7fa23f6a8f67" providerId="ADAL" clId="{C2F489B3-441A-42AD-963C-9C86BDDDB99E}" dt="2025-08-19T16:27:07.819" v="83" actId="26606"/>
          <ac:spMkLst>
            <pc:docMk/>
            <pc:sldMk cId="3815527728" sldId="321"/>
            <ac:spMk id="16" creationId="{7A1AE32B-3A6E-4C5E-8FEB-73861B9A26B5}"/>
          </ac:spMkLst>
        </pc:spChg>
        <pc:spChg chg="add del">
          <ac:chgData name="[EXT] Sahil Rajesh" userId="00677f8b-a7ee-4053-86df-7fa23f6a8f67" providerId="ADAL" clId="{C2F489B3-441A-42AD-963C-9C86BDDDB99E}" dt="2025-08-19T16:27:20.585" v="85" actId="26606"/>
          <ac:spMkLst>
            <pc:docMk/>
            <pc:sldMk cId="3815527728" sldId="321"/>
            <ac:spMk id="18" creationId="{E192707B-B929-41A7-9B41-E959A1C689E4}"/>
          </ac:spMkLst>
        </pc:spChg>
        <pc:spChg chg="add del">
          <ac:chgData name="[EXT] Sahil Rajesh" userId="00677f8b-a7ee-4053-86df-7fa23f6a8f67" providerId="ADAL" clId="{C2F489B3-441A-42AD-963C-9C86BDDDB99E}" dt="2025-08-19T16:27:20.585" v="85" actId="26606"/>
          <ac:spMkLst>
            <pc:docMk/>
            <pc:sldMk cId="3815527728" sldId="321"/>
            <ac:spMk id="20" creationId="{8FB4235C-4505-46C7-AD8F-8769A1972FC1}"/>
          </ac:spMkLst>
        </pc:spChg>
        <pc:spChg chg="add del">
          <ac:chgData name="[EXT] Sahil Rajesh" userId="00677f8b-a7ee-4053-86df-7fa23f6a8f67" providerId="ADAL" clId="{C2F489B3-441A-42AD-963C-9C86BDDDB99E}" dt="2025-08-19T16:27:25.654" v="87" actId="26606"/>
          <ac:spMkLst>
            <pc:docMk/>
            <pc:sldMk cId="3815527728" sldId="321"/>
            <ac:spMk id="22" creationId="{065FAA58-0EDC-412F-A5F8-01968BE6052E}"/>
          </ac:spMkLst>
        </pc:spChg>
        <pc:spChg chg="add del">
          <ac:chgData name="[EXT] Sahil Rajesh" userId="00677f8b-a7ee-4053-86df-7fa23f6a8f67" providerId="ADAL" clId="{C2F489B3-441A-42AD-963C-9C86BDDDB99E}" dt="2025-08-19T16:27:25.654" v="87" actId="26606"/>
          <ac:spMkLst>
            <pc:docMk/>
            <pc:sldMk cId="3815527728" sldId="321"/>
            <ac:spMk id="23" creationId="{C8089CB0-2F03-4E3C-ADBB-570A3BE78F86}"/>
          </ac:spMkLst>
        </pc:spChg>
        <pc:spChg chg="add del">
          <ac:chgData name="[EXT] Sahil Rajesh" userId="00677f8b-a7ee-4053-86df-7fa23f6a8f67" providerId="ADAL" clId="{C2F489B3-441A-42AD-963C-9C86BDDDB99E}" dt="2025-08-19T16:27:25.654" v="87" actId="26606"/>
          <ac:spMkLst>
            <pc:docMk/>
            <pc:sldMk cId="3815527728" sldId="321"/>
            <ac:spMk id="24" creationId="{0DBA80B1-3B69-49C0-8AC9-716ABA57F577}"/>
          </ac:spMkLst>
        </pc:spChg>
        <pc:spChg chg="add del">
          <ac:chgData name="[EXT] Sahil Rajesh" userId="00677f8b-a7ee-4053-86df-7fa23f6a8f67" providerId="ADAL" clId="{C2F489B3-441A-42AD-963C-9C86BDDDB99E}" dt="2025-08-19T16:27:25.654" v="87" actId="26606"/>
          <ac:spMkLst>
            <pc:docMk/>
            <pc:sldMk cId="3815527728" sldId="321"/>
            <ac:spMk id="25" creationId="{047E1103-B264-49BE-BC2A-F4E40BD33B41}"/>
          </ac:spMkLst>
        </pc:spChg>
        <pc:spChg chg="add del">
          <ac:chgData name="[EXT] Sahil Rajesh" userId="00677f8b-a7ee-4053-86df-7fa23f6a8f67" providerId="ADAL" clId="{C2F489B3-441A-42AD-963C-9C86BDDDB99E}" dt="2025-08-19T16:27:25.654" v="87" actId="26606"/>
          <ac:spMkLst>
            <pc:docMk/>
            <pc:sldMk cId="3815527728" sldId="321"/>
            <ac:spMk id="26" creationId="{52DA11B6-B538-4624-9628-98B823D761D5}"/>
          </ac:spMkLst>
        </pc:spChg>
        <pc:spChg chg="add del">
          <ac:chgData name="[EXT] Sahil Rajesh" userId="00677f8b-a7ee-4053-86df-7fa23f6a8f67" providerId="ADAL" clId="{C2F489B3-441A-42AD-963C-9C86BDDDB99E}" dt="2025-08-19T16:27:25.654" v="87" actId="26606"/>
          <ac:spMkLst>
            <pc:docMk/>
            <pc:sldMk cId="3815527728" sldId="321"/>
            <ac:spMk id="27" creationId="{CFB1CB5B-67A5-45DB-B8E1-7A09A642E3E4}"/>
          </ac:spMkLst>
        </pc:spChg>
        <pc:graphicFrameChg chg="add del">
          <ac:chgData name="[EXT] Sahil Rajesh" userId="00677f8b-a7ee-4053-86df-7fa23f6a8f67" providerId="ADAL" clId="{C2F489B3-441A-42AD-963C-9C86BDDDB99E}" dt="2025-08-19T16:26:51.978" v="79" actId="26606"/>
          <ac:graphicFrameMkLst>
            <pc:docMk/>
            <pc:sldMk cId="3815527728" sldId="321"/>
            <ac:graphicFrameMk id="5" creationId="{C4AE269F-BC8F-1A7E-5E0A-34D75CBD73C8}"/>
          </ac:graphicFrameMkLst>
        </pc:graphicFrameChg>
        <pc:graphicFrameChg chg="add del">
          <ac:chgData name="[EXT] Sahil Rajesh" userId="00677f8b-a7ee-4053-86df-7fa23f6a8f67" providerId="ADAL" clId="{C2F489B3-441A-42AD-963C-9C86BDDDB99E}" dt="2025-08-19T16:26:56.341" v="81" actId="26606"/>
          <ac:graphicFrameMkLst>
            <pc:docMk/>
            <pc:sldMk cId="3815527728" sldId="321"/>
            <ac:graphicFrameMk id="10" creationId="{490B4BF7-F9E6-99C1-0F33-4F1FDCECFFAD}"/>
          </ac:graphicFrameMkLst>
        </pc:graphicFrameChg>
        <pc:picChg chg="add del">
          <ac:chgData name="[EXT] Sahil Rajesh" userId="00677f8b-a7ee-4053-86df-7fa23f6a8f67" providerId="ADAL" clId="{C2F489B3-441A-42AD-963C-9C86BDDDB99E}" dt="2025-08-19T16:27:07.819" v="83" actId="26606"/>
          <ac:picMkLst>
            <pc:docMk/>
            <pc:sldMk cId="3815527728" sldId="321"/>
            <ac:picMk id="14" creationId="{13D02ACE-D802-D3DA-4BAB-DF5DD574F594}"/>
          </ac:picMkLst>
        </pc:picChg>
        <pc:picChg chg="add del">
          <ac:chgData name="[EXT] Sahil Rajesh" userId="00677f8b-a7ee-4053-86df-7fa23f6a8f67" providerId="ADAL" clId="{C2F489B3-441A-42AD-963C-9C86BDDDB99E}" dt="2025-08-19T16:27:20.585" v="85" actId="26606"/>
          <ac:picMkLst>
            <pc:docMk/>
            <pc:sldMk cId="3815527728" sldId="321"/>
            <ac:picMk id="19" creationId="{DE59EEE9-2619-1CFB-A682-539AD23E9E71}"/>
          </ac:picMkLst>
        </pc:picChg>
      </pc:sldChg>
      <pc:sldChg chg="modNotesTx">
        <pc:chgData name="[EXT] Sahil Rajesh" userId="00677f8b-a7ee-4053-86df-7fa23f6a8f67" providerId="ADAL" clId="{C2F489B3-441A-42AD-963C-9C86BDDDB99E}" dt="2025-08-19T16:27:25.960" v="88" actId="20577"/>
        <pc:sldMkLst>
          <pc:docMk/>
          <pc:sldMk cId="3177453791" sldId="322"/>
        </pc:sldMkLst>
      </pc:sldChg>
      <pc:sldChg chg="modSp mod">
        <pc:chgData name="[EXT] Sahil Rajesh" userId="00677f8b-a7ee-4053-86df-7fa23f6a8f67" providerId="ADAL" clId="{C2F489B3-441A-42AD-963C-9C86BDDDB99E}" dt="2025-08-19T16:40:22.609" v="130" actId="207"/>
        <pc:sldMkLst>
          <pc:docMk/>
          <pc:sldMk cId="1777380000" sldId="325"/>
        </pc:sldMkLst>
        <pc:spChg chg="mod">
          <ac:chgData name="[EXT] Sahil Rajesh" userId="00677f8b-a7ee-4053-86df-7fa23f6a8f67" providerId="ADAL" clId="{C2F489B3-441A-42AD-963C-9C86BDDDB99E}" dt="2025-08-19T16:40:22.609" v="130" actId="207"/>
          <ac:spMkLst>
            <pc:docMk/>
            <pc:sldMk cId="1777380000" sldId="325"/>
            <ac:spMk id="7" creationId="{085526DE-7A75-9CB6-7E20-13D97BE6A194}"/>
          </ac:spMkLst>
        </pc:spChg>
      </pc:sldChg>
      <pc:sldChg chg="del mod modShow">
        <pc:chgData name="[EXT] Sahil Rajesh" userId="00677f8b-a7ee-4053-86df-7fa23f6a8f67" providerId="ADAL" clId="{C2F489B3-441A-42AD-963C-9C86BDDDB99E}" dt="2025-08-20T00:21:35.023" v="144" actId="2696"/>
        <pc:sldMkLst>
          <pc:docMk/>
          <pc:sldMk cId="2206844588" sldId="326"/>
        </pc:sldMkLst>
      </pc:sldChg>
      <pc:sldChg chg="modSp mod">
        <pc:chgData name="[EXT] Sahil Rajesh" userId="00677f8b-a7ee-4053-86df-7fa23f6a8f67" providerId="ADAL" clId="{C2F489B3-441A-42AD-963C-9C86BDDDB99E}" dt="2025-08-19T14:26:46.214" v="1" actId="20577"/>
        <pc:sldMkLst>
          <pc:docMk/>
          <pc:sldMk cId="2653227549" sldId="327"/>
        </pc:sldMkLst>
        <pc:spChg chg="mod">
          <ac:chgData name="[EXT] Sahil Rajesh" userId="00677f8b-a7ee-4053-86df-7fa23f6a8f67" providerId="ADAL" clId="{C2F489B3-441A-42AD-963C-9C86BDDDB99E}" dt="2025-08-19T14:26:46.214" v="1" actId="20577"/>
          <ac:spMkLst>
            <pc:docMk/>
            <pc:sldMk cId="2653227549" sldId="327"/>
            <ac:spMk id="3" creationId="{28662A2B-AFAF-2293-E0F2-ABE3D100256F}"/>
          </ac:spMkLst>
        </pc:spChg>
      </pc:sldChg>
    </pc:docChg>
  </pc:docChgLst>
  <pc:docChgLst>
    <pc:chgData name="[EXT] Sahil Rajesh" userId="00677f8b-a7ee-4053-86df-7fa23f6a8f67" providerId="ADAL" clId="{A5EB227E-8415-49B0-89B5-5666AE1EA423}"/>
    <pc:docChg chg="undo custSel addSld delSld modSld">
      <pc:chgData name="[EXT] Sahil Rajesh" userId="00677f8b-a7ee-4053-86df-7fa23f6a8f67" providerId="ADAL" clId="{A5EB227E-8415-49B0-89B5-5666AE1EA423}" dt="2025-08-19T07:42:30.094" v="2460" actId="20577"/>
      <pc:docMkLst>
        <pc:docMk/>
      </pc:docMkLst>
      <pc:sldChg chg="modSp mod">
        <pc:chgData name="[EXT] Sahil Rajesh" userId="00677f8b-a7ee-4053-86df-7fa23f6a8f67" providerId="ADAL" clId="{A5EB227E-8415-49B0-89B5-5666AE1EA423}" dt="2025-08-19T07:14:32.928" v="1399" actId="1076"/>
        <pc:sldMkLst>
          <pc:docMk/>
          <pc:sldMk cId="2152082915" sldId="292"/>
        </pc:sldMkLst>
        <pc:spChg chg="mod">
          <ac:chgData name="[EXT] Sahil Rajesh" userId="00677f8b-a7ee-4053-86df-7fa23f6a8f67" providerId="ADAL" clId="{A5EB227E-8415-49B0-89B5-5666AE1EA423}" dt="2025-08-19T06:16:45.379" v="226" actId="20577"/>
          <ac:spMkLst>
            <pc:docMk/>
            <pc:sldMk cId="2152082915" sldId="292"/>
            <ac:spMk id="3" creationId="{5C5BFB45-FC34-495C-9C68-F9641246C2EE}"/>
          </ac:spMkLst>
        </pc:spChg>
        <pc:picChg chg="mod">
          <ac:chgData name="[EXT] Sahil Rajesh" userId="00677f8b-a7ee-4053-86df-7fa23f6a8f67" providerId="ADAL" clId="{A5EB227E-8415-49B0-89B5-5666AE1EA423}" dt="2025-08-19T07:14:32.928" v="1399" actId="1076"/>
          <ac:picMkLst>
            <pc:docMk/>
            <pc:sldMk cId="2152082915" sldId="292"/>
            <ac:picMk id="4" creationId="{62BA1780-A246-4C7F-9267-727EF2F4E785}"/>
          </ac:picMkLst>
        </pc:picChg>
      </pc:sldChg>
      <pc:sldChg chg="modSp mod">
        <pc:chgData name="[EXT] Sahil Rajesh" userId="00677f8b-a7ee-4053-86df-7fa23f6a8f67" providerId="ADAL" clId="{A5EB227E-8415-49B0-89B5-5666AE1EA423}" dt="2025-08-19T06:36:03.359" v="748"/>
        <pc:sldMkLst>
          <pc:docMk/>
          <pc:sldMk cId="3833773525" sldId="309"/>
        </pc:sldMkLst>
        <pc:spChg chg="mod">
          <ac:chgData name="[EXT] Sahil Rajesh" userId="00677f8b-a7ee-4053-86df-7fa23f6a8f67" providerId="ADAL" clId="{A5EB227E-8415-49B0-89B5-5666AE1EA423}" dt="2025-08-19T06:21:53.306" v="323" actId="113"/>
          <ac:spMkLst>
            <pc:docMk/>
            <pc:sldMk cId="3833773525" sldId="309"/>
            <ac:spMk id="2" creationId="{31BB8085-1FFF-44DD-A144-D794D923CF00}"/>
          </ac:spMkLst>
        </pc:spChg>
        <pc:graphicFrameChg chg="mod modGraphic">
          <ac:chgData name="[EXT] Sahil Rajesh" userId="00677f8b-a7ee-4053-86df-7fa23f6a8f67" providerId="ADAL" clId="{A5EB227E-8415-49B0-89B5-5666AE1EA423}" dt="2025-08-19T06:36:03.359" v="748"/>
          <ac:graphicFrameMkLst>
            <pc:docMk/>
            <pc:sldMk cId="3833773525" sldId="309"/>
            <ac:graphicFrameMk id="5" creationId="{60233515-42BF-4401-AB7F-458C06159D34}"/>
          </ac:graphicFrameMkLst>
        </pc:graphicFrameChg>
      </pc:sldChg>
      <pc:sldChg chg="modSp new mod">
        <pc:chgData name="[EXT] Sahil Rajesh" userId="00677f8b-a7ee-4053-86df-7fa23f6a8f67" providerId="ADAL" clId="{A5EB227E-8415-49B0-89B5-5666AE1EA423}" dt="2025-08-19T06:21:10.686" v="302" actId="1076"/>
        <pc:sldMkLst>
          <pc:docMk/>
          <pc:sldMk cId="3483880775" sldId="310"/>
        </pc:sldMkLst>
        <pc:spChg chg="mod">
          <ac:chgData name="[EXT] Sahil Rajesh" userId="00677f8b-a7ee-4053-86df-7fa23f6a8f67" providerId="ADAL" clId="{A5EB227E-8415-49B0-89B5-5666AE1EA423}" dt="2025-08-19T06:18:16.006" v="251" actId="122"/>
          <ac:spMkLst>
            <pc:docMk/>
            <pc:sldMk cId="3483880775" sldId="310"/>
            <ac:spMk id="2" creationId="{9BCFA03D-8C60-C14F-5D45-4BC3B4176FA1}"/>
          </ac:spMkLst>
        </pc:spChg>
        <pc:spChg chg="mod">
          <ac:chgData name="[EXT] Sahil Rajesh" userId="00677f8b-a7ee-4053-86df-7fa23f6a8f67" providerId="ADAL" clId="{A5EB227E-8415-49B0-89B5-5666AE1EA423}" dt="2025-08-19T06:21:10.686" v="302" actId="1076"/>
          <ac:spMkLst>
            <pc:docMk/>
            <pc:sldMk cId="3483880775" sldId="310"/>
            <ac:spMk id="3" creationId="{7F573A45-5DF8-3FCB-39CF-7411FBEA5A29}"/>
          </ac:spMkLst>
        </pc:spChg>
      </pc:sldChg>
      <pc:sldChg chg="modSp new mod">
        <pc:chgData name="[EXT] Sahil Rajesh" userId="00677f8b-a7ee-4053-86df-7fa23f6a8f67" providerId="ADAL" clId="{A5EB227E-8415-49B0-89B5-5666AE1EA423}" dt="2025-08-19T06:38:55.997" v="788" actId="207"/>
        <pc:sldMkLst>
          <pc:docMk/>
          <pc:sldMk cId="509448663" sldId="311"/>
        </pc:sldMkLst>
        <pc:spChg chg="mod">
          <ac:chgData name="[EXT] Sahil Rajesh" userId="00677f8b-a7ee-4053-86df-7fa23f6a8f67" providerId="ADAL" clId="{A5EB227E-8415-49B0-89B5-5666AE1EA423}" dt="2025-08-19T06:36:46.270" v="771" actId="122"/>
          <ac:spMkLst>
            <pc:docMk/>
            <pc:sldMk cId="509448663" sldId="311"/>
            <ac:spMk id="2" creationId="{E2906443-7C2D-403E-08E4-7A0F13A1ED7E}"/>
          </ac:spMkLst>
        </pc:spChg>
        <pc:spChg chg="mod">
          <ac:chgData name="[EXT] Sahil Rajesh" userId="00677f8b-a7ee-4053-86df-7fa23f6a8f67" providerId="ADAL" clId="{A5EB227E-8415-49B0-89B5-5666AE1EA423}" dt="2025-08-19T06:38:55.997" v="788" actId="207"/>
          <ac:spMkLst>
            <pc:docMk/>
            <pc:sldMk cId="509448663" sldId="311"/>
            <ac:spMk id="3" creationId="{A8C0E81A-2EDA-B7B0-B901-74E8CE0329F4}"/>
          </ac:spMkLst>
        </pc:spChg>
      </pc:sldChg>
      <pc:sldChg chg="modSp new mod">
        <pc:chgData name="[EXT] Sahil Rajesh" userId="00677f8b-a7ee-4053-86df-7fa23f6a8f67" providerId="ADAL" clId="{A5EB227E-8415-49B0-89B5-5666AE1EA423}" dt="2025-08-19T06:43:42.952" v="852" actId="403"/>
        <pc:sldMkLst>
          <pc:docMk/>
          <pc:sldMk cId="4232841756" sldId="312"/>
        </pc:sldMkLst>
        <pc:spChg chg="mod">
          <ac:chgData name="[EXT] Sahil Rajesh" userId="00677f8b-a7ee-4053-86df-7fa23f6a8f67" providerId="ADAL" clId="{A5EB227E-8415-49B0-89B5-5666AE1EA423}" dt="2025-08-19T06:40:14.443" v="824" actId="122"/>
          <ac:spMkLst>
            <pc:docMk/>
            <pc:sldMk cId="4232841756" sldId="312"/>
            <ac:spMk id="2" creationId="{8AC52D53-78B7-A942-C438-A33413ED442D}"/>
          </ac:spMkLst>
        </pc:spChg>
        <pc:spChg chg="mod">
          <ac:chgData name="[EXT] Sahil Rajesh" userId="00677f8b-a7ee-4053-86df-7fa23f6a8f67" providerId="ADAL" clId="{A5EB227E-8415-49B0-89B5-5666AE1EA423}" dt="2025-08-19T06:43:42.952" v="852" actId="403"/>
          <ac:spMkLst>
            <pc:docMk/>
            <pc:sldMk cId="4232841756" sldId="312"/>
            <ac:spMk id="3" creationId="{62276740-79F1-790F-3D8E-BA043757D52D}"/>
          </ac:spMkLst>
        </pc:spChg>
      </pc:sldChg>
      <pc:sldChg chg="addSp delSp modSp new mod setBg setClrOvrMap">
        <pc:chgData name="[EXT] Sahil Rajesh" userId="00677f8b-a7ee-4053-86df-7fa23f6a8f67" providerId="ADAL" clId="{A5EB227E-8415-49B0-89B5-5666AE1EA423}" dt="2025-08-19T06:46:08.212" v="863" actId="26606"/>
        <pc:sldMkLst>
          <pc:docMk/>
          <pc:sldMk cId="1374492955" sldId="313"/>
        </pc:sldMkLst>
        <pc:spChg chg="mod ord">
          <ac:chgData name="[EXT] Sahil Rajesh" userId="00677f8b-a7ee-4053-86df-7fa23f6a8f67" providerId="ADAL" clId="{A5EB227E-8415-49B0-89B5-5666AE1EA423}" dt="2025-08-19T06:46:08.212" v="863" actId="26606"/>
          <ac:spMkLst>
            <pc:docMk/>
            <pc:sldMk cId="1374492955" sldId="313"/>
            <ac:spMk id="2" creationId="{37062A13-088A-260F-4074-63FE1D935142}"/>
          </ac:spMkLst>
        </pc:spChg>
        <pc:spChg chg="del">
          <ac:chgData name="[EXT] Sahil Rajesh" userId="00677f8b-a7ee-4053-86df-7fa23f6a8f67" providerId="ADAL" clId="{A5EB227E-8415-49B0-89B5-5666AE1EA423}" dt="2025-08-19T06:45:59.595" v="860" actId="931"/>
          <ac:spMkLst>
            <pc:docMk/>
            <pc:sldMk cId="1374492955" sldId="313"/>
            <ac:spMk id="3" creationId="{0A7A8A76-B376-5C63-29AB-B3400F6664D3}"/>
          </ac:spMkLst>
        </pc:spChg>
        <pc:spChg chg="add">
          <ac:chgData name="[EXT] Sahil Rajesh" userId="00677f8b-a7ee-4053-86df-7fa23f6a8f67" providerId="ADAL" clId="{A5EB227E-8415-49B0-89B5-5666AE1EA423}" dt="2025-08-19T06:46:08.212" v="863" actId="26606"/>
          <ac:spMkLst>
            <pc:docMk/>
            <pc:sldMk cId="1374492955" sldId="313"/>
            <ac:spMk id="10" creationId="{904DB13E-F722-4ED6-BB00-556651E95281}"/>
          </ac:spMkLst>
        </pc:spChg>
        <pc:spChg chg="add">
          <ac:chgData name="[EXT] Sahil Rajesh" userId="00677f8b-a7ee-4053-86df-7fa23f6a8f67" providerId="ADAL" clId="{A5EB227E-8415-49B0-89B5-5666AE1EA423}" dt="2025-08-19T06:46:08.212" v="863" actId="26606"/>
          <ac:spMkLst>
            <pc:docMk/>
            <pc:sldMk cId="1374492955" sldId="313"/>
            <ac:spMk id="12" creationId="{1419E3D9-C5FB-41A9-B6D2-DFB210BB6211}"/>
          </ac:spMkLst>
        </pc:spChg>
        <pc:spChg chg="add">
          <ac:chgData name="[EXT] Sahil Rajesh" userId="00677f8b-a7ee-4053-86df-7fa23f6a8f67" providerId="ADAL" clId="{A5EB227E-8415-49B0-89B5-5666AE1EA423}" dt="2025-08-19T06:46:08.212" v="863" actId="26606"/>
          <ac:spMkLst>
            <pc:docMk/>
            <pc:sldMk cId="1374492955" sldId="313"/>
            <ac:spMk id="14" creationId="{367909BF-1DF7-4ACE-8F58-6CF719BB27E5}"/>
          </ac:spMkLst>
        </pc:spChg>
        <pc:spChg chg="add">
          <ac:chgData name="[EXT] Sahil Rajesh" userId="00677f8b-a7ee-4053-86df-7fa23f6a8f67" providerId="ADAL" clId="{A5EB227E-8415-49B0-89B5-5666AE1EA423}" dt="2025-08-19T06:46:08.212" v="863" actId="26606"/>
          <ac:spMkLst>
            <pc:docMk/>
            <pc:sldMk cId="1374492955" sldId="313"/>
            <ac:spMk id="16" creationId="{89E8BEDB-0BBC-4F21-9CFB-8530D664C343}"/>
          </ac:spMkLst>
        </pc:spChg>
        <pc:spChg chg="add">
          <ac:chgData name="[EXT] Sahil Rajesh" userId="00677f8b-a7ee-4053-86df-7fa23f6a8f67" providerId="ADAL" clId="{A5EB227E-8415-49B0-89B5-5666AE1EA423}" dt="2025-08-19T06:46:08.212" v="863" actId="26606"/>
          <ac:spMkLst>
            <pc:docMk/>
            <pc:sldMk cId="1374492955" sldId="313"/>
            <ac:spMk id="23" creationId="{420551B3-B4DA-48EE-988C-4FAEAEB5CE98}"/>
          </ac:spMkLst>
        </pc:spChg>
        <pc:spChg chg="add">
          <ac:chgData name="[EXT] Sahil Rajesh" userId="00677f8b-a7ee-4053-86df-7fa23f6a8f67" providerId="ADAL" clId="{A5EB227E-8415-49B0-89B5-5666AE1EA423}" dt="2025-08-19T06:46:08.212" v="863" actId="26606"/>
          <ac:spMkLst>
            <pc:docMk/>
            <pc:sldMk cId="1374492955" sldId="313"/>
            <ac:spMk id="25" creationId="{2644B391-9BFE-445C-A9EC-F544BB85FBC7}"/>
          </ac:spMkLst>
        </pc:spChg>
        <pc:spChg chg="add">
          <ac:chgData name="[EXT] Sahil Rajesh" userId="00677f8b-a7ee-4053-86df-7fa23f6a8f67" providerId="ADAL" clId="{A5EB227E-8415-49B0-89B5-5666AE1EA423}" dt="2025-08-19T06:46:08.212" v="863" actId="26606"/>
          <ac:spMkLst>
            <pc:docMk/>
            <pc:sldMk cId="1374492955" sldId="313"/>
            <ac:spMk id="27" creationId="{80F26E69-87D9-4655-AE7B-280A87AA3CAD}"/>
          </ac:spMkLst>
        </pc:spChg>
        <pc:grpChg chg="add">
          <ac:chgData name="[EXT] Sahil Rajesh" userId="00677f8b-a7ee-4053-86df-7fa23f6a8f67" providerId="ADAL" clId="{A5EB227E-8415-49B0-89B5-5666AE1EA423}" dt="2025-08-19T06:46:08.212" v="863" actId="26606"/>
          <ac:grpSpMkLst>
            <pc:docMk/>
            <pc:sldMk cId="1374492955" sldId="313"/>
            <ac:grpSpMk id="18" creationId="{E26428D7-C6F3-473D-A360-A3F5C3E8728C}"/>
          </ac:grpSpMkLst>
        </pc:grpChg>
        <pc:picChg chg="add mod">
          <ac:chgData name="[EXT] Sahil Rajesh" userId="00677f8b-a7ee-4053-86df-7fa23f6a8f67" providerId="ADAL" clId="{A5EB227E-8415-49B0-89B5-5666AE1EA423}" dt="2025-08-19T06:46:08.212" v="863" actId="26606"/>
          <ac:picMkLst>
            <pc:docMk/>
            <pc:sldMk cId="1374492955" sldId="313"/>
            <ac:picMk id="5" creationId="{EB4BFBA4-7C75-1288-E12B-5F7E88C3C079}"/>
          </ac:picMkLst>
        </pc:picChg>
      </pc:sldChg>
      <pc:sldChg chg="new del">
        <pc:chgData name="[EXT] Sahil Rajesh" userId="00677f8b-a7ee-4053-86df-7fa23f6a8f67" providerId="ADAL" clId="{A5EB227E-8415-49B0-89B5-5666AE1EA423}" dt="2025-08-19T06:48:28.404" v="882" actId="2696"/>
        <pc:sldMkLst>
          <pc:docMk/>
          <pc:sldMk cId="1990841842" sldId="314"/>
        </pc:sldMkLst>
      </pc:sldChg>
      <pc:sldChg chg="modSp new del mod">
        <pc:chgData name="[EXT] Sahil Rajesh" userId="00677f8b-a7ee-4053-86df-7fa23f6a8f67" providerId="ADAL" clId="{A5EB227E-8415-49B0-89B5-5666AE1EA423}" dt="2025-08-19T06:48:14.072" v="879" actId="2696"/>
        <pc:sldMkLst>
          <pc:docMk/>
          <pc:sldMk cId="4009813748" sldId="314"/>
        </pc:sldMkLst>
        <pc:spChg chg="mod">
          <ac:chgData name="[EXT] Sahil Rajesh" userId="00677f8b-a7ee-4053-86df-7fa23f6a8f67" providerId="ADAL" clId="{A5EB227E-8415-49B0-89B5-5666AE1EA423}" dt="2025-08-19T06:47:41.790" v="878" actId="20577"/>
          <ac:spMkLst>
            <pc:docMk/>
            <pc:sldMk cId="4009813748" sldId="314"/>
            <ac:spMk id="2" creationId="{C4AD32EA-1738-6057-5C35-6C8789CC59DE}"/>
          </ac:spMkLst>
        </pc:spChg>
      </pc:sldChg>
      <pc:sldChg chg="modSp new mod">
        <pc:chgData name="[EXT] Sahil Rajesh" userId="00677f8b-a7ee-4053-86df-7fa23f6a8f67" providerId="ADAL" clId="{A5EB227E-8415-49B0-89B5-5666AE1EA423}" dt="2025-08-19T06:56:40.527" v="1047" actId="403"/>
        <pc:sldMkLst>
          <pc:docMk/>
          <pc:sldMk cId="2669797956" sldId="315"/>
        </pc:sldMkLst>
        <pc:spChg chg="mod">
          <ac:chgData name="[EXT] Sahil Rajesh" userId="00677f8b-a7ee-4053-86df-7fa23f6a8f67" providerId="ADAL" clId="{A5EB227E-8415-49B0-89B5-5666AE1EA423}" dt="2025-08-19T06:48:59.840" v="907" actId="122"/>
          <ac:spMkLst>
            <pc:docMk/>
            <pc:sldMk cId="2669797956" sldId="315"/>
            <ac:spMk id="2" creationId="{300DF3B1-5D87-73E6-21BC-AA7C371E8053}"/>
          </ac:spMkLst>
        </pc:spChg>
        <pc:spChg chg="mod">
          <ac:chgData name="[EXT] Sahil Rajesh" userId="00677f8b-a7ee-4053-86df-7fa23f6a8f67" providerId="ADAL" clId="{A5EB227E-8415-49B0-89B5-5666AE1EA423}" dt="2025-08-19T06:50:00.812" v="937" actId="122"/>
          <ac:spMkLst>
            <pc:docMk/>
            <pc:sldMk cId="2669797956" sldId="315"/>
            <ac:spMk id="3" creationId="{DB52B0AA-EA09-FEBD-4300-D359A60AD4E7}"/>
          </ac:spMkLst>
        </pc:spChg>
        <pc:spChg chg="mod">
          <ac:chgData name="[EXT] Sahil Rajesh" userId="00677f8b-a7ee-4053-86df-7fa23f6a8f67" providerId="ADAL" clId="{A5EB227E-8415-49B0-89B5-5666AE1EA423}" dt="2025-08-19T06:56:40.527" v="1047" actId="403"/>
          <ac:spMkLst>
            <pc:docMk/>
            <pc:sldMk cId="2669797956" sldId="315"/>
            <ac:spMk id="4" creationId="{B99E7F75-1D1A-66E4-5455-34D7F2DEF381}"/>
          </ac:spMkLst>
        </pc:spChg>
        <pc:spChg chg="mod">
          <ac:chgData name="[EXT] Sahil Rajesh" userId="00677f8b-a7ee-4053-86df-7fa23f6a8f67" providerId="ADAL" clId="{A5EB227E-8415-49B0-89B5-5666AE1EA423}" dt="2025-08-19T06:49:35.028" v="933" actId="122"/>
          <ac:spMkLst>
            <pc:docMk/>
            <pc:sldMk cId="2669797956" sldId="315"/>
            <ac:spMk id="5" creationId="{3ACF6B32-9DDC-8160-E27B-DFDE1A8F53DA}"/>
          </ac:spMkLst>
        </pc:spChg>
        <pc:spChg chg="mod">
          <ac:chgData name="[EXT] Sahil Rajesh" userId="00677f8b-a7ee-4053-86df-7fa23f6a8f67" providerId="ADAL" clId="{A5EB227E-8415-49B0-89B5-5666AE1EA423}" dt="2025-08-19T06:56:38.052" v="1046" actId="404"/>
          <ac:spMkLst>
            <pc:docMk/>
            <pc:sldMk cId="2669797956" sldId="315"/>
            <ac:spMk id="6" creationId="{E1D23201-C37B-48B6-9085-97FFAFF6AF37}"/>
          </ac:spMkLst>
        </pc:spChg>
      </pc:sldChg>
      <pc:sldChg chg="modSp new del mod">
        <pc:chgData name="[EXT] Sahil Rajesh" userId="00677f8b-a7ee-4053-86df-7fa23f6a8f67" providerId="ADAL" clId="{A5EB227E-8415-49B0-89B5-5666AE1EA423}" dt="2025-08-19T06:58:46.663" v="1083" actId="2696"/>
        <pc:sldMkLst>
          <pc:docMk/>
          <pc:sldMk cId="426396503" sldId="316"/>
        </pc:sldMkLst>
        <pc:spChg chg="mod">
          <ac:chgData name="[EXT] Sahil Rajesh" userId="00677f8b-a7ee-4053-86df-7fa23f6a8f67" providerId="ADAL" clId="{A5EB227E-8415-49B0-89B5-5666AE1EA423}" dt="2025-08-19T06:58:35.060" v="1081" actId="21"/>
          <ac:spMkLst>
            <pc:docMk/>
            <pc:sldMk cId="426396503" sldId="316"/>
            <ac:spMk id="2" creationId="{CF289BB6-E020-5437-AF95-C34727314EF7}"/>
          </ac:spMkLst>
        </pc:spChg>
      </pc:sldChg>
      <pc:sldChg chg="modSp add mod">
        <pc:chgData name="[EXT] Sahil Rajesh" userId="00677f8b-a7ee-4053-86df-7fa23f6a8f67" providerId="ADAL" clId="{A5EB227E-8415-49B0-89B5-5666AE1EA423}" dt="2025-08-19T07:00:51.762" v="1116" actId="403"/>
        <pc:sldMkLst>
          <pc:docMk/>
          <pc:sldMk cId="1515802714" sldId="317"/>
        </pc:sldMkLst>
        <pc:spChg chg="mod">
          <ac:chgData name="[EXT] Sahil Rajesh" userId="00677f8b-a7ee-4053-86df-7fa23f6a8f67" providerId="ADAL" clId="{A5EB227E-8415-49B0-89B5-5666AE1EA423}" dt="2025-08-19T06:58:40.977" v="1082"/>
          <ac:spMkLst>
            <pc:docMk/>
            <pc:sldMk cId="1515802714" sldId="317"/>
            <ac:spMk id="2" creationId="{E36225AE-1601-D279-47E5-DDC46CAB3874}"/>
          </ac:spMkLst>
        </pc:spChg>
        <pc:spChg chg="mod">
          <ac:chgData name="[EXT] Sahil Rajesh" userId="00677f8b-a7ee-4053-86df-7fa23f6a8f67" providerId="ADAL" clId="{A5EB227E-8415-49B0-89B5-5666AE1EA423}" dt="2025-08-19T06:58:55.947" v="1097" actId="20577"/>
          <ac:spMkLst>
            <pc:docMk/>
            <pc:sldMk cId="1515802714" sldId="317"/>
            <ac:spMk id="3" creationId="{5ABEA22F-FE17-393F-BD5A-6619E6024980}"/>
          </ac:spMkLst>
        </pc:spChg>
        <pc:spChg chg="mod">
          <ac:chgData name="[EXT] Sahil Rajesh" userId="00677f8b-a7ee-4053-86df-7fa23f6a8f67" providerId="ADAL" clId="{A5EB227E-8415-49B0-89B5-5666AE1EA423}" dt="2025-08-19T07:00:42.768" v="1114" actId="403"/>
          <ac:spMkLst>
            <pc:docMk/>
            <pc:sldMk cId="1515802714" sldId="317"/>
            <ac:spMk id="4" creationId="{2A80E754-F1CA-E709-0568-90B34060E02C}"/>
          </ac:spMkLst>
        </pc:spChg>
        <pc:spChg chg="mod">
          <ac:chgData name="[EXT] Sahil Rajesh" userId="00677f8b-a7ee-4053-86df-7fa23f6a8f67" providerId="ADAL" clId="{A5EB227E-8415-49B0-89B5-5666AE1EA423}" dt="2025-08-19T06:59:00.918" v="1105" actId="20577"/>
          <ac:spMkLst>
            <pc:docMk/>
            <pc:sldMk cId="1515802714" sldId="317"/>
            <ac:spMk id="5" creationId="{929E0464-99E4-162A-BCFA-5EDDD7FD80B6}"/>
          </ac:spMkLst>
        </pc:spChg>
        <pc:spChg chg="mod">
          <ac:chgData name="[EXT] Sahil Rajesh" userId="00677f8b-a7ee-4053-86df-7fa23f6a8f67" providerId="ADAL" clId="{A5EB227E-8415-49B0-89B5-5666AE1EA423}" dt="2025-08-19T07:00:51.762" v="1116" actId="403"/>
          <ac:spMkLst>
            <pc:docMk/>
            <pc:sldMk cId="1515802714" sldId="317"/>
            <ac:spMk id="6" creationId="{23FA3804-8767-30E3-01E4-D1FBA907A48C}"/>
          </ac:spMkLst>
        </pc:spChg>
      </pc:sldChg>
      <pc:sldChg chg="modSp new mod">
        <pc:chgData name="[EXT] Sahil Rajesh" userId="00677f8b-a7ee-4053-86df-7fa23f6a8f67" providerId="ADAL" clId="{A5EB227E-8415-49B0-89B5-5666AE1EA423}" dt="2025-08-19T07:15:13.158" v="1494" actId="20577"/>
        <pc:sldMkLst>
          <pc:docMk/>
          <pc:sldMk cId="117417820" sldId="318"/>
        </pc:sldMkLst>
        <pc:spChg chg="mod">
          <ac:chgData name="[EXT] Sahil Rajesh" userId="00677f8b-a7ee-4053-86df-7fa23f6a8f67" providerId="ADAL" clId="{A5EB227E-8415-49B0-89B5-5666AE1EA423}" dt="2025-08-19T07:07:18.934" v="1136" actId="122"/>
          <ac:spMkLst>
            <pc:docMk/>
            <pc:sldMk cId="117417820" sldId="318"/>
            <ac:spMk id="2" creationId="{AA056BA5-2EB7-129C-7307-DA038AB4D009}"/>
          </ac:spMkLst>
        </pc:spChg>
        <pc:spChg chg="mod">
          <ac:chgData name="[EXT] Sahil Rajesh" userId="00677f8b-a7ee-4053-86df-7fa23f6a8f67" providerId="ADAL" clId="{A5EB227E-8415-49B0-89B5-5666AE1EA423}" dt="2025-08-19T07:15:13.158" v="1494" actId="20577"/>
          <ac:spMkLst>
            <pc:docMk/>
            <pc:sldMk cId="117417820" sldId="318"/>
            <ac:spMk id="3" creationId="{1621F4F4-4C6B-44F8-1974-0247BFFACFF8}"/>
          </ac:spMkLst>
        </pc:spChg>
      </pc:sldChg>
      <pc:sldChg chg="modSp new mod">
        <pc:chgData name="[EXT] Sahil Rajesh" userId="00677f8b-a7ee-4053-86df-7fa23f6a8f67" providerId="ADAL" clId="{A5EB227E-8415-49B0-89B5-5666AE1EA423}" dt="2025-08-19T07:17:23.957" v="1548" actId="122"/>
        <pc:sldMkLst>
          <pc:docMk/>
          <pc:sldMk cId="3031158716" sldId="319"/>
        </pc:sldMkLst>
        <pc:spChg chg="mod">
          <ac:chgData name="[EXT] Sahil Rajesh" userId="00677f8b-a7ee-4053-86df-7fa23f6a8f67" providerId="ADAL" clId="{A5EB227E-8415-49B0-89B5-5666AE1EA423}" dt="2025-08-19T07:17:23.957" v="1548" actId="122"/>
          <ac:spMkLst>
            <pc:docMk/>
            <pc:sldMk cId="3031158716" sldId="319"/>
            <ac:spMk id="2" creationId="{CE47C749-6CC3-B36D-F673-619068516EA3}"/>
          </ac:spMkLst>
        </pc:spChg>
      </pc:sldChg>
      <pc:sldChg chg="addSp delSp modSp new mod setBg">
        <pc:chgData name="[EXT] Sahil Rajesh" userId="00677f8b-a7ee-4053-86df-7fa23f6a8f67" providerId="ADAL" clId="{A5EB227E-8415-49B0-89B5-5666AE1EA423}" dt="2025-08-19T07:26:51.419" v="1806" actId="26606"/>
        <pc:sldMkLst>
          <pc:docMk/>
          <pc:sldMk cId="3922625682" sldId="320"/>
        </pc:sldMkLst>
        <pc:spChg chg="mod">
          <ac:chgData name="[EXT] Sahil Rajesh" userId="00677f8b-a7ee-4053-86df-7fa23f6a8f67" providerId="ADAL" clId="{A5EB227E-8415-49B0-89B5-5666AE1EA423}" dt="2025-08-19T07:26:51.419" v="1806" actId="26606"/>
          <ac:spMkLst>
            <pc:docMk/>
            <pc:sldMk cId="3922625682" sldId="320"/>
            <ac:spMk id="2" creationId="{1F747127-D87C-0393-B77C-E7FE8C92DCF7}"/>
          </ac:spMkLst>
        </pc:spChg>
        <pc:spChg chg="del mod">
          <ac:chgData name="[EXT] Sahil Rajesh" userId="00677f8b-a7ee-4053-86df-7fa23f6a8f67" providerId="ADAL" clId="{A5EB227E-8415-49B0-89B5-5666AE1EA423}" dt="2025-08-19T07:26:51.419" v="1806" actId="26606"/>
          <ac:spMkLst>
            <pc:docMk/>
            <pc:sldMk cId="3922625682" sldId="320"/>
            <ac:spMk id="3" creationId="{6B3A08F4-77F2-D1EA-4832-8399ADC426FE}"/>
          </ac:spMkLst>
        </pc:spChg>
        <pc:spChg chg="add">
          <ac:chgData name="[EXT] Sahil Rajesh" userId="00677f8b-a7ee-4053-86df-7fa23f6a8f67" providerId="ADAL" clId="{A5EB227E-8415-49B0-89B5-5666AE1EA423}" dt="2025-08-19T07:26:51.419" v="1806" actId="26606"/>
          <ac:spMkLst>
            <pc:docMk/>
            <pc:sldMk cId="3922625682" sldId="320"/>
            <ac:spMk id="9" creationId="{A2AD6B69-E0A0-476D-9EE1-6B69F04C59F8}"/>
          </ac:spMkLst>
        </pc:spChg>
        <pc:spChg chg="add">
          <ac:chgData name="[EXT] Sahil Rajesh" userId="00677f8b-a7ee-4053-86df-7fa23f6a8f67" providerId="ADAL" clId="{A5EB227E-8415-49B0-89B5-5666AE1EA423}" dt="2025-08-19T07:26:51.419" v="1806" actId="26606"/>
          <ac:spMkLst>
            <pc:docMk/>
            <pc:sldMk cId="3922625682" sldId="320"/>
            <ac:spMk id="11" creationId="{16BE10A1-AD5F-4AB3-8A94-41D62B494ADB}"/>
          </ac:spMkLst>
        </pc:spChg>
        <pc:spChg chg="add">
          <ac:chgData name="[EXT] Sahil Rajesh" userId="00677f8b-a7ee-4053-86df-7fa23f6a8f67" providerId="ADAL" clId="{A5EB227E-8415-49B0-89B5-5666AE1EA423}" dt="2025-08-19T07:26:51.419" v="1806" actId="26606"/>
          <ac:spMkLst>
            <pc:docMk/>
            <pc:sldMk cId="3922625682" sldId="320"/>
            <ac:spMk id="13" creationId="{5684BFFE-6A90-4311-ACD5-B34177D46462}"/>
          </ac:spMkLst>
        </pc:spChg>
        <pc:graphicFrameChg chg="add">
          <ac:chgData name="[EXT] Sahil Rajesh" userId="00677f8b-a7ee-4053-86df-7fa23f6a8f67" providerId="ADAL" clId="{A5EB227E-8415-49B0-89B5-5666AE1EA423}" dt="2025-08-19T07:26:51.419" v="1806" actId="26606"/>
          <ac:graphicFrameMkLst>
            <pc:docMk/>
            <pc:sldMk cId="3922625682" sldId="320"/>
            <ac:graphicFrameMk id="5" creationId="{F5FFA528-950F-4CBA-32BB-061E3B34CACA}"/>
          </ac:graphicFrameMkLst>
        </pc:graphicFrameChg>
      </pc:sldChg>
      <pc:sldChg chg="modSp new mod">
        <pc:chgData name="[EXT] Sahil Rajesh" userId="00677f8b-a7ee-4053-86df-7fa23f6a8f67" providerId="ADAL" clId="{A5EB227E-8415-49B0-89B5-5666AE1EA423}" dt="2025-08-19T07:33:36.990" v="2150" actId="20577"/>
        <pc:sldMkLst>
          <pc:docMk/>
          <pc:sldMk cId="3815527728" sldId="321"/>
        </pc:sldMkLst>
        <pc:spChg chg="mod">
          <ac:chgData name="[EXT] Sahil Rajesh" userId="00677f8b-a7ee-4053-86df-7fa23f6a8f67" providerId="ADAL" clId="{A5EB227E-8415-49B0-89B5-5666AE1EA423}" dt="2025-08-19T07:29:08.251" v="1823" actId="122"/>
          <ac:spMkLst>
            <pc:docMk/>
            <pc:sldMk cId="3815527728" sldId="321"/>
            <ac:spMk id="2" creationId="{20558071-9A64-3258-6077-E4E23BE2B000}"/>
          </ac:spMkLst>
        </pc:spChg>
        <pc:spChg chg="mod">
          <ac:chgData name="[EXT] Sahil Rajesh" userId="00677f8b-a7ee-4053-86df-7fa23f6a8f67" providerId="ADAL" clId="{A5EB227E-8415-49B0-89B5-5666AE1EA423}" dt="2025-08-19T07:33:36.990" v="2150" actId="20577"/>
          <ac:spMkLst>
            <pc:docMk/>
            <pc:sldMk cId="3815527728" sldId="321"/>
            <ac:spMk id="3" creationId="{F65CFAB6-58B1-BD19-EBE8-80918D9061F2}"/>
          </ac:spMkLst>
        </pc:spChg>
      </pc:sldChg>
      <pc:sldChg chg="modSp new mod">
        <pc:chgData name="[EXT] Sahil Rajesh" userId="00677f8b-a7ee-4053-86df-7fa23f6a8f67" providerId="ADAL" clId="{A5EB227E-8415-49B0-89B5-5666AE1EA423}" dt="2025-08-19T07:38:18.888" v="2336" actId="20577"/>
        <pc:sldMkLst>
          <pc:docMk/>
          <pc:sldMk cId="3177453791" sldId="322"/>
        </pc:sldMkLst>
        <pc:spChg chg="mod">
          <ac:chgData name="[EXT] Sahil Rajesh" userId="00677f8b-a7ee-4053-86df-7fa23f6a8f67" providerId="ADAL" clId="{A5EB227E-8415-49B0-89B5-5666AE1EA423}" dt="2025-08-19T07:36:00.376" v="2176" actId="113"/>
          <ac:spMkLst>
            <pc:docMk/>
            <pc:sldMk cId="3177453791" sldId="322"/>
            <ac:spMk id="2" creationId="{F7E1D04A-A652-995A-302E-A8D03C059965}"/>
          </ac:spMkLst>
        </pc:spChg>
        <pc:spChg chg="mod">
          <ac:chgData name="[EXT] Sahil Rajesh" userId="00677f8b-a7ee-4053-86df-7fa23f6a8f67" providerId="ADAL" clId="{A5EB227E-8415-49B0-89B5-5666AE1EA423}" dt="2025-08-19T07:38:18.888" v="2336" actId="20577"/>
          <ac:spMkLst>
            <pc:docMk/>
            <pc:sldMk cId="3177453791" sldId="322"/>
            <ac:spMk id="3" creationId="{28662A2B-AFAF-2293-E0F2-ABE3D100256F}"/>
          </ac:spMkLst>
        </pc:spChg>
      </pc:sldChg>
      <pc:sldChg chg="modSp new mod">
        <pc:chgData name="[EXT] Sahil Rajesh" userId="00677f8b-a7ee-4053-86df-7fa23f6a8f67" providerId="ADAL" clId="{A5EB227E-8415-49B0-89B5-5666AE1EA423}" dt="2025-08-19T07:41:24.946" v="2437" actId="115"/>
        <pc:sldMkLst>
          <pc:docMk/>
          <pc:sldMk cId="4193052851" sldId="323"/>
        </pc:sldMkLst>
        <pc:spChg chg="mod">
          <ac:chgData name="[EXT] Sahil Rajesh" userId="00677f8b-a7ee-4053-86df-7fa23f6a8f67" providerId="ADAL" clId="{A5EB227E-8415-49B0-89B5-5666AE1EA423}" dt="2025-08-19T07:39:31.276" v="2354" actId="122"/>
          <ac:spMkLst>
            <pc:docMk/>
            <pc:sldMk cId="4193052851" sldId="323"/>
            <ac:spMk id="2" creationId="{9778D63D-1F6A-D0FF-792E-41DDF8622486}"/>
          </ac:spMkLst>
        </pc:spChg>
        <pc:spChg chg="mod">
          <ac:chgData name="[EXT] Sahil Rajesh" userId="00677f8b-a7ee-4053-86df-7fa23f6a8f67" providerId="ADAL" clId="{A5EB227E-8415-49B0-89B5-5666AE1EA423}" dt="2025-08-19T07:41:24.946" v="2437" actId="115"/>
          <ac:spMkLst>
            <pc:docMk/>
            <pc:sldMk cId="4193052851" sldId="323"/>
            <ac:spMk id="3" creationId="{5BECBF02-9B2D-4944-EA93-57BB37058B29}"/>
          </ac:spMkLst>
        </pc:spChg>
      </pc:sldChg>
      <pc:sldChg chg="modSp new mod">
        <pc:chgData name="[EXT] Sahil Rajesh" userId="00677f8b-a7ee-4053-86df-7fa23f6a8f67" providerId="ADAL" clId="{A5EB227E-8415-49B0-89B5-5666AE1EA423}" dt="2025-08-19T07:42:15.838" v="2445" actId="1076"/>
        <pc:sldMkLst>
          <pc:docMk/>
          <pc:sldMk cId="3637863121" sldId="324"/>
        </pc:sldMkLst>
        <pc:spChg chg="mod">
          <ac:chgData name="[EXT] Sahil Rajesh" userId="00677f8b-a7ee-4053-86df-7fa23f6a8f67" providerId="ADAL" clId="{A5EB227E-8415-49B0-89B5-5666AE1EA423}" dt="2025-08-19T07:42:15.838" v="2445" actId="1076"/>
          <ac:spMkLst>
            <pc:docMk/>
            <pc:sldMk cId="3637863121" sldId="324"/>
            <ac:spMk id="2" creationId="{AF80B2E7-C766-393F-93F2-D767785C9079}"/>
          </ac:spMkLst>
        </pc:spChg>
      </pc:sldChg>
      <pc:sldChg chg="modSp new mod">
        <pc:chgData name="[EXT] Sahil Rajesh" userId="00677f8b-a7ee-4053-86df-7fa23f6a8f67" providerId="ADAL" clId="{A5EB227E-8415-49B0-89B5-5666AE1EA423}" dt="2025-08-19T07:42:30.094" v="2460" actId="20577"/>
        <pc:sldMkLst>
          <pc:docMk/>
          <pc:sldMk cId="1777380000" sldId="325"/>
        </pc:sldMkLst>
        <pc:spChg chg="mod">
          <ac:chgData name="[EXT] Sahil Rajesh" userId="00677f8b-a7ee-4053-86df-7fa23f6a8f67" providerId="ADAL" clId="{A5EB227E-8415-49B0-89B5-5666AE1EA423}" dt="2025-08-19T07:42:30.094" v="2460" actId="20577"/>
          <ac:spMkLst>
            <pc:docMk/>
            <pc:sldMk cId="1777380000" sldId="325"/>
            <ac:spMk id="2" creationId="{27854AEE-D2FE-ED9B-0567-FDFA70CA3D3F}"/>
          </ac:spMkLst>
        </pc:spChg>
      </pc:sldChg>
    </pc:docChg>
  </pc:docChgLst>
  <pc:docChgLst>
    <pc:chgData name="[EXT] Ranjita Shriram Nigale" userId="S::conrnig@partner.waters.com::fa944896-4408-45d5-ae3c-455d67d85dff" providerId="AD" clId="Web-{50D5786A-5F21-8683-F385-0D9C557B10D0}"/>
    <pc:docChg chg="modSld sldOrd">
      <pc:chgData name="[EXT] Ranjita Shriram Nigale" userId="S::conrnig@partner.waters.com::fa944896-4408-45d5-ae3c-455d67d85dff" providerId="AD" clId="Web-{50D5786A-5F21-8683-F385-0D9C557B10D0}" dt="2025-08-19T16:25:01.435" v="2"/>
      <pc:docMkLst>
        <pc:docMk/>
      </pc:docMkLst>
      <pc:sldChg chg="modSp ord">
        <pc:chgData name="[EXT] Ranjita Shriram Nigale" userId="S::conrnig@partner.waters.com::fa944896-4408-45d5-ae3c-455d67d85dff" providerId="AD" clId="Web-{50D5786A-5F21-8683-F385-0D9C557B10D0}" dt="2025-08-19T16:25:01.435" v="2"/>
        <pc:sldMkLst>
          <pc:docMk/>
          <pc:sldMk cId="3833773525" sldId="309"/>
        </pc:sldMkLst>
        <pc:graphicFrameChg chg="modGraphic">
          <ac:chgData name="[EXT] Ranjita Shriram Nigale" userId="S::conrnig@partner.waters.com::fa944896-4408-45d5-ae3c-455d67d85dff" providerId="AD" clId="Web-{50D5786A-5F21-8683-F385-0D9C557B10D0}" dt="2025-08-19T16:25:01.435" v="2"/>
          <ac:graphicFrameMkLst>
            <pc:docMk/>
            <pc:sldMk cId="3833773525" sldId="309"/>
            <ac:graphicFrameMk id="5" creationId="{60233515-42BF-4401-AB7F-458C06159D34}"/>
          </ac:graphicFrameMkLst>
        </pc:graphicFrameChg>
      </pc:sldChg>
    </pc:docChg>
  </pc:docChgLst>
  <pc:docChgLst>
    <pc:chgData name="[EXT] Ranjita Shriram Nigale" userId="S::conrnig@partner.waters.com::fa944896-4408-45d5-ae3c-455d67d85dff" providerId="AD" clId="Web-{A51C677F-33CC-2B9C-2AB0-38D412C9B6A7}"/>
    <pc:docChg chg="modSld">
      <pc:chgData name="[EXT] Ranjita Shriram Nigale" userId="S::conrnig@partner.waters.com::fa944896-4408-45d5-ae3c-455d67d85dff" providerId="AD" clId="Web-{A51C677F-33CC-2B9C-2AB0-38D412C9B6A7}" dt="2025-08-19T17:40:11.655" v="30" actId="20577"/>
      <pc:docMkLst>
        <pc:docMk/>
      </pc:docMkLst>
      <pc:sldChg chg="addSp delSp modSp mod setClrOvrMap">
        <pc:chgData name="[EXT] Ranjita Shriram Nigale" userId="S::conrnig@partner.waters.com::fa944896-4408-45d5-ae3c-455d67d85dff" providerId="AD" clId="Web-{A51C677F-33CC-2B9C-2AB0-38D412C9B6A7}" dt="2025-08-19T17:40:11.655" v="30" actId="20577"/>
        <pc:sldMkLst>
          <pc:docMk/>
          <pc:sldMk cId="1374492955" sldId="313"/>
        </pc:sldMkLst>
        <pc:spChg chg="mod">
          <ac:chgData name="[EXT] Ranjita Shriram Nigale" userId="S::conrnig@partner.waters.com::fa944896-4408-45d5-ae3c-455d67d85dff" providerId="AD" clId="Web-{A51C677F-33CC-2B9C-2AB0-38D412C9B6A7}" dt="2025-08-19T17:40:01.468" v="29" actId="14100"/>
          <ac:spMkLst>
            <pc:docMk/>
            <pc:sldMk cId="1374492955" sldId="313"/>
            <ac:spMk id="2" creationId="{37062A13-088A-260F-4074-63FE1D935142}"/>
          </ac:spMkLst>
        </pc:spChg>
        <pc:spChg chg="add del mod">
          <ac:chgData name="[EXT] Ranjita Shriram Nigale" userId="S::conrnig@partner.waters.com::fa944896-4408-45d5-ae3c-455d67d85dff" providerId="AD" clId="Web-{A51C677F-33CC-2B9C-2AB0-38D412C9B6A7}" dt="2025-08-19T17:26:53.297" v="1"/>
          <ac:spMkLst>
            <pc:docMk/>
            <pc:sldMk cId="1374492955" sldId="313"/>
            <ac:spMk id="4" creationId="{54BFDC8E-2231-AB64-0214-53974AA4D290}"/>
          </ac:spMkLst>
        </pc:spChg>
        <pc:spChg chg="add del">
          <ac:chgData name="[EXT] Ranjita Shriram Nigale" userId="S::conrnig@partner.waters.com::fa944896-4408-45d5-ae3c-455d67d85dff" providerId="AD" clId="Web-{A51C677F-33CC-2B9C-2AB0-38D412C9B6A7}" dt="2025-08-19T17:27:23.939" v="11"/>
          <ac:spMkLst>
            <pc:docMk/>
            <pc:sldMk cId="1374492955" sldId="313"/>
            <ac:spMk id="10" creationId="{904DB13E-F722-4ED6-BB00-556651E95281}"/>
          </ac:spMkLst>
        </pc:spChg>
        <pc:spChg chg="add del">
          <ac:chgData name="[EXT] Ranjita Shriram Nigale" userId="S::conrnig@partner.waters.com::fa944896-4408-45d5-ae3c-455d67d85dff" providerId="AD" clId="Web-{A51C677F-33CC-2B9C-2AB0-38D412C9B6A7}" dt="2025-08-19T17:27:23.939" v="11"/>
          <ac:spMkLst>
            <pc:docMk/>
            <pc:sldMk cId="1374492955" sldId="313"/>
            <ac:spMk id="12" creationId="{1419E3D9-C5FB-41A9-B6D2-DFB210BB6211}"/>
          </ac:spMkLst>
        </pc:spChg>
        <pc:spChg chg="add del">
          <ac:chgData name="[EXT] Ranjita Shriram Nigale" userId="S::conrnig@partner.waters.com::fa944896-4408-45d5-ae3c-455d67d85dff" providerId="AD" clId="Web-{A51C677F-33CC-2B9C-2AB0-38D412C9B6A7}" dt="2025-08-19T17:27:16.751" v="8"/>
          <ac:spMkLst>
            <pc:docMk/>
            <pc:sldMk cId="1374492955" sldId="313"/>
            <ac:spMk id="14" creationId="{367909BF-1DF7-4ACE-8F58-6CF719BB27E5}"/>
          </ac:spMkLst>
        </pc:spChg>
        <pc:spChg chg="add del">
          <ac:chgData name="[EXT] Ranjita Shriram Nigale" userId="S::conrnig@partner.waters.com::fa944896-4408-45d5-ae3c-455d67d85dff" providerId="AD" clId="Web-{A51C677F-33CC-2B9C-2AB0-38D412C9B6A7}" dt="2025-08-19T17:27:23.939" v="11"/>
          <ac:spMkLst>
            <pc:docMk/>
            <pc:sldMk cId="1374492955" sldId="313"/>
            <ac:spMk id="16" creationId="{89E8BEDB-0BBC-4F21-9CFB-8530D664C343}"/>
          </ac:spMkLst>
        </pc:spChg>
        <pc:spChg chg="add del">
          <ac:chgData name="[EXT] Ranjita Shriram Nigale" userId="S::conrnig@partner.waters.com::fa944896-4408-45d5-ae3c-455d67d85dff" providerId="AD" clId="Web-{A51C677F-33CC-2B9C-2AB0-38D412C9B6A7}" dt="2025-08-19T17:27:23.939" v="11"/>
          <ac:spMkLst>
            <pc:docMk/>
            <pc:sldMk cId="1374492955" sldId="313"/>
            <ac:spMk id="23" creationId="{420551B3-B4DA-48EE-988C-4FAEAEB5CE98}"/>
          </ac:spMkLst>
        </pc:spChg>
        <pc:spChg chg="add del">
          <ac:chgData name="[EXT] Ranjita Shriram Nigale" userId="S::conrnig@partner.waters.com::fa944896-4408-45d5-ae3c-455d67d85dff" providerId="AD" clId="Web-{A51C677F-33CC-2B9C-2AB0-38D412C9B6A7}" dt="2025-08-19T17:27:23.939" v="11"/>
          <ac:spMkLst>
            <pc:docMk/>
            <pc:sldMk cId="1374492955" sldId="313"/>
            <ac:spMk id="25" creationId="{2644B391-9BFE-445C-A9EC-F544BB85FBC7}"/>
          </ac:spMkLst>
        </pc:spChg>
        <pc:spChg chg="add del">
          <ac:chgData name="[EXT] Ranjita Shriram Nigale" userId="S::conrnig@partner.waters.com::fa944896-4408-45d5-ae3c-455d67d85dff" providerId="AD" clId="Web-{A51C677F-33CC-2B9C-2AB0-38D412C9B6A7}" dt="2025-08-19T17:27:23.939" v="11"/>
          <ac:spMkLst>
            <pc:docMk/>
            <pc:sldMk cId="1374492955" sldId="313"/>
            <ac:spMk id="27" creationId="{80F26E69-87D9-4655-AE7B-280A87AA3CAD}"/>
          </ac:spMkLst>
        </pc:spChg>
        <pc:spChg chg="add del">
          <ac:chgData name="[EXT] Ranjita Shriram Nigale" userId="S::conrnig@partner.waters.com::fa944896-4408-45d5-ae3c-455d67d85dff" providerId="AD" clId="Web-{A51C677F-33CC-2B9C-2AB0-38D412C9B6A7}" dt="2025-08-19T17:27:02.610" v="4"/>
          <ac:spMkLst>
            <pc:docMk/>
            <pc:sldMk cId="1374492955" sldId="313"/>
            <ac:spMk id="36" creationId="{AB1B1E7D-F76D-4744-AF85-239E6998A4C5}"/>
          </ac:spMkLst>
        </pc:spChg>
        <pc:spChg chg="add del">
          <ac:chgData name="[EXT] Ranjita Shriram Nigale" userId="S::conrnig@partner.waters.com::fa944896-4408-45d5-ae3c-455d67d85dff" providerId="AD" clId="Web-{A51C677F-33CC-2B9C-2AB0-38D412C9B6A7}" dt="2025-08-19T17:27:02.610" v="4"/>
          <ac:spMkLst>
            <pc:docMk/>
            <pc:sldMk cId="1374492955" sldId="313"/>
            <ac:spMk id="38" creationId="{3BB65211-00DB-45B6-A223-033B2D19CBE8}"/>
          </ac:spMkLst>
        </pc:spChg>
        <pc:spChg chg="add del">
          <ac:chgData name="[EXT] Ranjita Shriram Nigale" userId="S::conrnig@partner.waters.com::fa944896-4408-45d5-ae3c-455d67d85dff" providerId="AD" clId="Web-{A51C677F-33CC-2B9C-2AB0-38D412C9B6A7}" dt="2025-08-19T17:27:02.610" v="4"/>
          <ac:spMkLst>
            <pc:docMk/>
            <pc:sldMk cId="1374492955" sldId="313"/>
            <ac:spMk id="47" creationId="{0EE3ACC5-126D-4BA4-8B45-7F0B5B839C51}"/>
          </ac:spMkLst>
        </pc:spChg>
        <pc:spChg chg="add del">
          <ac:chgData name="[EXT] Ranjita Shriram Nigale" userId="S::conrnig@partner.waters.com::fa944896-4408-45d5-ae3c-455d67d85dff" providerId="AD" clId="Web-{A51C677F-33CC-2B9C-2AB0-38D412C9B6A7}" dt="2025-08-19T17:27:02.610" v="4"/>
          <ac:spMkLst>
            <pc:docMk/>
            <pc:sldMk cId="1374492955" sldId="313"/>
            <ac:spMk id="53" creationId="{5F7FAC2D-7A74-4939-A917-A1A5AF935685}"/>
          </ac:spMkLst>
        </pc:spChg>
        <pc:spChg chg="add del">
          <ac:chgData name="[EXT] Ranjita Shriram Nigale" userId="S::conrnig@partner.waters.com::fa944896-4408-45d5-ae3c-455d67d85dff" providerId="AD" clId="Web-{A51C677F-33CC-2B9C-2AB0-38D412C9B6A7}" dt="2025-08-19T17:27:08.314" v="6"/>
          <ac:spMkLst>
            <pc:docMk/>
            <pc:sldMk cId="1374492955" sldId="313"/>
            <ac:spMk id="63" creationId="{904DB13E-F722-4ED6-BB00-556651E95281}"/>
          </ac:spMkLst>
        </pc:spChg>
        <pc:spChg chg="add del">
          <ac:chgData name="[EXT] Ranjita Shriram Nigale" userId="S::conrnig@partner.waters.com::fa944896-4408-45d5-ae3c-455d67d85dff" providerId="AD" clId="Web-{A51C677F-33CC-2B9C-2AB0-38D412C9B6A7}" dt="2025-08-19T17:27:08.314" v="6"/>
          <ac:spMkLst>
            <pc:docMk/>
            <pc:sldMk cId="1374492955" sldId="313"/>
            <ac:spMk id="64" creationId="{1419E3D9-C5FB-41A9-B6D2-DFB210BB6211}"/>
          </ac:spMkLst>
        </pc:spChg>
        <pc:spChg chg="add del">
          <ac:chgData name="[EXT] Ranjita Shriram Nigale" userId="S::conrnig@partner.waters.com::fa944896-4408-45d5-ae3c-455d67d85dff" providerId="AD" clId="Web-{A51C677F-33CC-2B9C-2AB0-38D412C9B6A7}" dt="2025-08-19T17:27:08.314" v="6"/>
          <ac:spMkLst>
            <pc:docMk/>
            <pc:sldMk cId="1374492955" sldId="313"/>
            <ac:spMk id="65" creationId="{367909BF-1DF7-4ACE-8F58-6CF719BB27E5}"/>
          </ac:spMkLst>
        </pc:spChg>
        <pc:spChg chg="add del">
          <ac:chgData name="[EXT] Ranjita Shriram Nigale" userId="S::conrnig@partner.waters.com::fa944896-4408-45d5-ae3c-455d67d85dff" providerId="AD" clId="Web-{A51C677F-33CC-2B9C-2AB0-38D412C9B6A7}" dt="2025-08-19T17:27:08.314" v="6"/>
          <ac:spMkLst>
            <pc:docMk/>
            <pc:sldMk cId="1374492955" sldId="313"/>
            <ac:spMk id="66" creationId="{89E8BEDB-0BBC-4F21-9CFB-8530D664C343}"/>
          </ac:spMkLst>
        </pc:spChg>
        <pc:spChg chg="del">
          <ac:chgData name="[EXT] Ranjita Shriram Nigale" userId="S::conrnig@partner.waters.com::fa944896-4408-45d5-ae3c-455d67d85dff" providerId="AD" clId="Web-{A51C677F-33CC-2B9C-2AB0-38D412C9B6A7}" dt="2025-08-19T17:27:08.314" v="6"/>
          <ac:spMkLst>
            <pc:docMk/>
            <pc:sldMk cId="1374492955" sldId="313"/>
            <ac:spMk id="68" creationId="{420551B3-B4DA-48EE-988C-4FAEAEB5CE98}"/>
          </ac:spMkLst>
        </pc:spChg>
        <pc:spChg chg="add del">
          <ac:chgData name="[EXT] Ranjita Shriram Nigale" userId="S::conrnig@partner.waters.com::fa944896-4408-45d5-ae3c-455d67d85dff" providerId="AD" clId="Web-{A51C677F-33CC-2B9C-2AB0-38D412C9B6A7}" dt="2025-08-19T17:27:08.314" v="6"/>
          <ac:spMkLst>
            <pc:docMk/>
            <pc:sldMk cId="1374492955" sldId="313"/>
            <ac:spMk id="72" creationId="{790391D1-AA86-467F-A77E-0606FCCCD29B}"/>
          </ac:spMkLst>
        </pc:spChg>
        <pc:spChg chg="add del">
          <ac:chgData name="[EXT] Ranjita Shriram Nigale" userId="S::conrnig@partner.waters.com::fa944896-4408-45d5-ae3c-455d67d85dff" providerId="AD" clId="Web-{A51C677F-33CC-2B9C-2AB0-38D412C9B6A7}" dt="2025-08-19T17:27:16.751" v="8"/>
          <ac:spMkLst>
            <pc:docMk/>
            <pc:sldMk cId="1374492955" sldId="313"/>
            <ac:spMk id="77" creationId="{282E2A95-1A08-4118-83C6-B1CA5648E075}"/>
          </ac:spMkLst>
        </pc:spChg>
        <pc:spChg chg="add del">
          <ac:chgData name="[EXT] Ranjita Shriram Nigale" userId="S::conrnig@partner.waters.com::fa944896-4408-45d5-ae3c-455d67d85dff" providerId="AD" clId="Web-{A51C677F-33CC-2B9C-2AB0-38D412C9B6A7}" dt="2025-08-19T17:27:16.751" v="8"/>
          <ac:spMkLst>
            <pc:docMk/>
            <pc:sldMk cId="1374492955" sldId="313"/>
            <ac:spMk id="78" creationId="{2FFEFC7E-85EE-4AC9-A351-FBEB13A1D622}"/>
          </ac:spMkLst>
        </pc:spChg>
        <pc:spChg chg="add del">
          <ac:chgData name="[EXT] Ranjita Shriram Nigale" userId="S::conrnig@partner.waters.com::fa944896-4408-45d5-ae3c-455d67d85dff" providerId="AD" clId="Web-{A51C677F-33CC-2B9C-2AB0-38D412C9B6A7}" dt="2025-08-19T17:27:23.939" v="10"/>
          <ac:spMkLst>
            <pc:docMk/>
            <pc:sldMk cId="1374492955" sldId="313"/>
            <ac:spMk id="82" creationId="{0BBB6B01-5B73-410C-B70E-8CF2FA470D11}"/>
          </ac:spMkLst>
        </pc:spChg>
        <pc:spChg chg="add del">
          <ac:chgData name="[EXT] Ranjita Shriram Nigale" userId="S::conrnig@partner.waters.com::fa944896-4408-45d5-ae3c-455d67d85dff" providerId="AD" clId="Web-{A51C677F-33CC-2B9C-2AB0-38D412C9B6A7}" dt="2025-08-19T17:27:23.939" v="10"/>
          <ac:spMkLst>
            <pc:docMk/>
            <pc:sldMk cId="1374492955" sldId="313"/>
            <ac:spMk id="83" creationId="{8712F587-12D0-435C-8E3F-F44C36EE71B8}"/>
          </ac:spMkLst>
        </pc:spChg>
        <pc:spChg chg="add del">
          <ac:chgData name="[EXT] Ranjita Shriram Nigale" userId="S::conrnig@partner.waters.com::fa944896-4408-45d5-ae3c-455d67d85dff" providerId="AD" clId="Web-{A51C677F-33CC-2B9C-2AB0-38D412C9B6A7}" dt="2025-08-19T17:27:23.939" v="10"/>
          <ac:spMkLst>
            <pc:docMk/>
            <pc:sldMk cId="1374492955" sldId="313"/>
            <ac:spMk id="84" creationId="{E96FCA3F-2D23-DDB2-76D0-4E6A303CD9DC}"/>
          </ac:spMkLst>
        </pc:spChg>
        <pc:spChg chg="del">
          <ac:chgData name="[EXT] Ranjita Shriram Nigale" userId="S::conrnig@partner.waters.com::fa944896-4408-45d5-ae3c-455d67d85dff" providerId="AD" clId="Web-{A51C677F-33CC-2B9C-2AB0-38D412C9B6A7}" dt="2025-08-19T17:27:40.815" v="14"/>
          <ac:spMkLst>
            <pc:docMk/>
            <pc:sldMk cId="1374492955" sldId="313"/>
            <ac:spMk id="86" creationId="{282E2A95-1A08-4118-83C6-B1CA5648E075}"/>
          </ac:spMkLst>
        </pc:spChg>
        <pc:spChg chg="add del">
          <ac:chgData name="[EXT] Ranjita Shriram Nigale" userId="S::conrnig@partner.waters.com::fa944896-4408-45d5-ae3c-455d67d85dff" providerId="AD" clId="Web-{A51C677F-33CC-2B9C-2AB0-38D412C9B6A7}" dt="2025-08-19T17:27:40.815" v="14"/>
          <ac:spMkLst>
            <pc:docMk/>
            <pc:sldMk cId="1374492955" sldId="313"/>
            <ac:spMk id="87" creationId="{2FFEFC7E-85EE-4AC9-A351-FBEB13A1D622}"/>
          </ac:spMkLst>
        </pc:spChg>
        <pc:spChg chg="del">
          <ac:chgData name="[EXT] Ranjita Shriram Nigale" userId="S::conrnig@partner.waters.com::fa944896-4408-45d5-ae3c-455d67d85dff" providerId="AD" clId="Web-{A51C677F-33CC-2B9C-2AB0-38D412C9B6A7}" dt="2025-08-19T17:27:40.815" v="14"/>
          <ac:spMkLst>
            <pc:docMk/>
            <pc:sldMk cId="1374492955" sldId="313"/>
            <ac:spMk id="88" creationId="{CB2511BB-FC4C-45F3-94EB-661D6806C942}"/>
          </ac:spMkLst>
        </pc:spChg>
        <pc:spChg chg="add del mod">
          <ac:chgData name="[EXT] Ranjita Shriram Nigale" userId="S::conrnig@partner.waters.com::fa944896-4408-45d5-ae3c-455d67d85dff" providerId="AD" clId="Web-{A51C677F-33CC-2B9C-2AB0-38D412C9B6A7}" dt="2025-08-19T17:38:43.105" v="19"/>
          <ac:spMkLst>
            <pc:docMk/>
            <pc:sldMk cId="1374492955" sldId="313"/>
            <ac:spMk id="89" creationId="{54B30C33-E80B-63A8-A872-CB8A1772400B}"/>
          </ac:spMkLst>
        </pc:spChg>
        <pc:spChg chg="add del">
          <ac:chgData name="[EXT] Ranjita Shriram Nigale" userId="S::conrnig@partner.waters.com::fa944896-4408-45d5-ae3c-455d67d85dff" providerId="AD" clId="Web-{A51C677F-33CC-2B9C-2AB0-38D412C9B6A7}" dt="2025-08-19T17:27:40.815" v="14"/>
          <ac:spMkLst>
            <pc:docMk/>
            <pc:sldMk cId="1374492955" sldId="313"/>
            <ac:spMk id="90" creationId="{68DC0EC7-60EA-4BD3-BC04-D547DE1B2891}"/>
          </ac:spMkLst>
        </pc:spChg>
        <pc:spChg chg="add del">
          <ac:chgData name="[EXT] Ranjita Shriram Nigale" userId="S::conrnig@partner.waters.com::fa944896-4408-45d5-ae3c-455d67d85dff" providerId="AD" clId="Web-{A51C677F-33CC-2B9C-2AB0-38D412C9B6A7}" dt="2025-08-19T17:39:05.231" v="23"/>
          <ac:spMkLst>
            <pc:docMk/>
            <pc:sldMk cId="1374492955" sldId="313"/>
            <ac:spMk id="95" creationId="{11657BF2-BFFB-4FF0-9FE2-4D7F7A7C9D50}"/>
          </ac:spMkLst>
        </pc:spChg>
        <pc:spChg chg="add del">
          <ac:chgData name="[EXT] Ranjita Shriram Nigale" userId="S::conrnig@partner.waters.com::fa944896-4408-45d5-ae3c-455d67d85dff" providerId="AD" clId="Web-{A51C677F-33CC-2B9C-2AB0-38D412C9B6A7}" dt="2025-08-19T17:39:05.231" v="23"/>
          <ac:spMkLst>
            <pc:docMk/>
            <pc:sldMk cId="1374492955" sldId="313"/>
            <ac:spMk id="97" creationId="{25397171-E233-4F26-9A8C-29C436537DC4}"/>
          </ac:spMkLst>
        </pc:spChg>
        <pc:spChg chg="add del">
          <ac:chgData name="[EXT] Ranjita Shriram Nigale" userId="S::conrnig@partner.waters.com::fa944896-4408-45d5-ae3c-455d67d85dff" providerId="AD" clId="Web-{A51C677F-33CC-2B9C-2AB0-38D412C9B6A7}" dt="2025-08-19T17:39:05.231" v="23"/>
          <ac:spMkLst>
            <pc:docMk/>
            <pc:sldMk cId="1374492955" sldId="313"/>
            <ac:spMk id="99" creationId="{EA830B9C-C9EB-4D80-9552-AE9DE30758C9}"/>
          </ac:spMkLst>
        </pc:spChg>
        <pc:spChg chg="add mod">
          <ac:chgData name="[EXT] Ranjita Shriram Nigale" userId="S::conrnig@partner.waters.com::fa944896-4408-45d5-ae3c-455d67d85dff" providerId="AD" clId="Web-{A51C677F-33CC-2B9C-2AB0-38D412C9B6A7}" dt="2025-08-19T17:40:11.655" v="30" actId="20577"/>
          <ac:spMkLst>
            <pc:docMk/>
            <pc:sldMk cId="1374492955" sldId="313"/>
            <ac:spMk id="103" creationId="{33D2F5BE-9C0F-B3AF-AFF7-4A50AD6C08D0}"/>
          </ac:spMkLst>
        </pc:spChg>
        <pc:spChg chg="add">
          <ac:chgData name="[EXT] Ranjita Shriram Nigale" userId="S::conrnig@partner.waters.com::fa944896-4408-45d5-ae3c-455d67d85dff" providerId="AD" clId="Web-{A51C677F-33CC-2B9C-2AB0-38D412C9B6A7}" dt="2025-08-19T17:39:05.231" v="23"/>
          <ac:spMkLst>
            <pc:docMk/>
            <pc:sldMk cId="1374492955" sldId="313"/>
            <ac:spMk id="106" creationId="{282E2A95-1A08-4118-83C6-B1CA5648E075}"/>
          </ac:spMkLst>
        </pc:spChg>
        <pc:spChg chg="add">
          <ac:chgData name="[EXT] Ranjita Shriram Nigale" userId="S::conrnig@partner.waters.com::fa944896-4408-45d5-ae3c-455d67d85dff" providerId="AD" clId="Web-{A51C677F-33CC-2B9C-2AB0-38D412C9B6A7}" dt="2025-08-19T17:39:05.231" v="23"/>
          <ac:spMkLst>
            <pc:docMk/>
            <pc:sldMk cId="1374492955" sldId="313"/>
            <ac:spMk id="108" creationId="{2FFEFC7E-85EE-4AC9-A351-FBEB13A1D622}"/>
          </ac:spMkLst>
        </pc:spChg>
        <pc:spChg chg="add">
          <ac:chgData name="[EXT] Ranjita Shriram Nigale" userId="S::conrnig@partner.waters.com::fa944896-4408-45d5-ae3c-455d67d85dff" providerId="AD" clId="Web-{A51C677F-33CC-2B9C-2AB0-38D412C9B6A7}" dt="2025-08-19T17:39:05.231" v="23"/>
          <ac:spMkLst>
            <pc:docMk/>
            <pc:sldMk cId="1374492955" sldId="313"/>
            <ac:spMk id="110" creationId="{CB2511BB-FC4C-45F3-94EB-661D6806C942}"/>
          </ac:spMkLst>
        </pc:spChg>
        <pc:spChg chg="add">
          <ac:chgData name="[EXT] Ranjita Shriram Nigale" userId="S::conrnig@partner.waters.com::fa944896-4408-45d5-ae3c-455d67d85dff" providerId="AD" clId="Web-{A51C677F-33CC-2B9C-2AB0-38D412C9B6A7}" dt="2025-08-19T17:39:05.231" v="23"/>
          <ac:spMkLst>
            <pc:docMk/>
            <pc:sldMk cId="1374492955" sldId="313"/>
            <ac:spMk id="112" creationId="{68DC0EC7-60EA-4BD3-BC04-D547DE1B2891}"/>
          </ac:spMkLst>
        </pc:spChg>
        <pc:picChg chg="del">
          <ac:chgData name="[EXT] Ranjita Shriram Nigale" userId="S::conrnig@partner.waters.com::fa944896-4408-45d5-ae3c-455d67d85dff" providerId="AD" clId="Web-{A51C677F-33CC-2B9C-2AB0-38D412C9B6A7}" dt="2025-08-19T17:24:09.713" v="0"/>
          <ac:picMkLst>
            <pc:docMk/>
            <pc:sldMk cId="1374492955" sldId="313"/>
            <ac:picMk id="5" creationId="{EB4BFBA4-7C75-1288-E12B-5F7E88C3C079}"/>
          </ac:picMkLst>
        </pc:picChg>
        <pc:picChg chg="add del mod ord">
          <ac:chgData name="[EXT] Ranjita Shriram Nigale" userId="S::conrnig@partner.waters.com::fa944896-4408-45d5-ae3c-455d67d85dff" providerId="AD" clId="Web-{A51C677F-33CC-2B9C-2AB0-38D412C9B6A7}" dt="2025-08-19T17:37:06.211" v="18"/>
          <ac:picMkLst>
            <pc:docMk/>
            <pc:sldMk cId="1374492955" sldId="313"/>
            <ac:picMk id="6" creationId="{38EE5423-5A93-0EB6-F64C-4E297CCB231A}"/>
          </ac:picMkLst>
        </pc:picChg>
        <pc:picChg chg="add mod ord">
          <ac:chgData name="[EXT] Ranjita Shriram Nigale" userId="S::conrnig@partner.waters.com::fa944896-4408-45d5-ae3c-455d67d85dff" providerId="AD" clId="Web-{A51C677F-33CC-2B9C-2AB0-38D412C9B6A7}" dt="2025-08-19T17:39:45.514" v="27" actId="14100"/>
          <ac:picMkLst>
            <pc:docMk/>
            <pc:sldMk cId="1374492955" sldId="313"/>
            <ac:picMk id="7" creationId="{4D2ECC8D-EF09-8A2E-28E7-DE1BBE019D69}"/>
          </ac:picMkLst>
        </pc:pic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509919-36B5-4162-8899-417A9F93473B}" type="doc">
      <dgm:prSet loTypeId="urn:microsoft.com/office/officeart/2016/7/layout/LinearBlockProcessNumbered#1" loCatId="process" qsTypeId="urn:microsoft.com/office/officeart/2005/8/quickstyle/simple2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AAF9DEE3-8444-4CA1-8BC2-D834D3ED6C74}">
      <dgm:prSet custT="1"/>
      <dgm:spPr/>
      <dgm:t>
        <a:bodyPr/>
        <a:lstStyle/>
        <a:p>
          <a:r>
            <a:rPr lang="en-US" sz="2600" b="1" u="sng" dirty="0">
              <a:latin typeface="Times New Roman" panose="02020603050405020304" pitchFamily="18" charset="0"/>
              <a:cs typeface="Times New Roman" panose="02020603050405020304" pitchFamily="18" charset="0"/>
            </a:rPr>
            <a:t>Objectives :</a:t>
          </a:r>
          <a:r>
            <a:rPr lang="en-US" sz="2600" b="1" dirty="0">
              <a:latin typeface="Times New Roman" panose="02020603050405020304" pitchFamily="18" charset="0"/>
              <a:cs typeface="Times New Roman" panose="02020603050405020304" pitchFamily="18" charset="0"/>
            </a:rPr>
            <a:t>  </a:t>
          </a:r>
        </a:p>
        <a:p>
          <a:r>
            <a:rPr lang="en-US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1. Unique code access</a:t>
          </a:r>
        </a:p>
        <a:p>
          <a:r>
            <a:rPr lang="en-US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2. User independent snippets</a:t>
          </a:r>
        </a:p>
      </dgm:t>
    </dgm:pt>
    <dgm:pt modelId="{205BDF49-153E-4CE8-8402-E23704595764}" type="parTrans" cxnId="{0A7DA706-17DD-412A-8BE0-4F6529274E66}">
      <dgm:prSet/>
      <dgm:spPr/>
      <dgm:t>
        <a:bodyPr/>
        <a:lstStyle/>
        <a:p>
          <a:endParaRPr lang="en-US"/>
        </a:p>
      </dgm:t>
    </dgm:pt>
    <dgm:pt modelId="{23210C7F-6847-491E-BE1F-A79529AF2B8B}" type="sibTrans" cxnId="{0A7DA706-17DD-412A-8BE0-4F6529274E66}">
      <dgm:prSet phldrT="01" phldr="0"/>
      <dgm:spPr/>
      <dgm:t>
        <a:bodyPr/>
        <a:lstStyle/>
        <a:p>
          <a:r>
            <a:rPr lang="en-US"/>
            <a:t>01</a:t>
          </a:r>
          <a:endParaRPr lang="en-US" dirty="0"/>
        </a:p>
      </dgm:t>
    </dgm:pt>
    <dgm:pt modelId="{B2B879BD-3840-400C-92BD-B2C2383358D7}">
      <dgm:prSet custT="1"/>
      <dgm:spPr/>
      <dgm:t>
        <a:bodyPr/>
        <a:lstStyle/>
        <a:p>
          <a:r>
            <a:rPr lang="en-US" sz="2600" b="1" u="sng" dirty="0">
              <a:latin typeface="Times New Roman" panose="02020603050405020304" pitchFamily="18" charset="0"/>
              <a:cs typeface="Times New Roman" panose="02020603050405020304" pitchFamily="18" charset="0"/>
            </a:rPr>
            <a:t>Goals:</a:t>
          </a:r>
          <a:r>
            <a:rPr lang="en-US" sz="2600" b="1" dirty="0">
              <a:latin typeface="Times New Roman" panose="02020603050405020304" pitchFamily="18" charset="0"/>
              <a:cs typeface="Times New Roman" panose="02020603050405020304" pitchFamily="18" charset="0"/>
            </a:rPr>
            <a:t>  </a:t>
          </a:r>
        </a:p>
        <a:p>
          <a:r>
            <a:rPr lang="en-US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1. User Friendly Interface</a:t>
          </a:r>
        </a:p>
        <a:p>
          <a:r>
            <a:rPr lang="en-US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2. Easy to use</a:t>
          </a:r>
        </a:p>
        <a:p>
          <a:r>
            <a:rPr lang="en-US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3. Persistent Storage</a:t>
          </a:r>
        </a:p>
      </dgm:t>
    </dgm:pt>
    <dgm:pt modelId="{09440D86-F3E6-4A3C-9E78-1AFC56348641}" type="parTrans" cxnId="{42CDCACA-F394-4044-BBF6-522A0005ABCB}">
      <dgm:prSet/>
      <dgm:spPr/>
      <dgm:t>
        <a:bodyPr/>
        <a:lstStyle/>
        <a:p>
          <a:endParaRPr lang="en-US"/>
        </a:p>
      </dgm:t>
    </dgm:pt>
    <dgm:pt modelId="{FBAA44FF-54DE-45C8-9FAC-512C40277233}" type="sibTrans" cxnId="{42CDCACA-F394-4044-BBF6-522A0005ABCB}">
      <dgm:prSet phldrT="02" phldr="0"/>
      <dgm:spPr/>
      <dgm:t>
        <a:bodyPr/>
        <a:lstStyle/>
        <a:p>
          <a:r>
            <a:rPr lang="en-US"/>
            <a:t>02</a:t>
          </a:r>
          <a:endParaRPr lang="en-US" dirty="0"/>
        </a:p>
      </dgm:t>
    </dgm:pt>
    <dgm:pt modelId="{CA9D674E-4FF1-45DC-82E4-0B2DB6A5363F}">
      <dgm:prSet custT="1"/>
      <dgm:spPr/>
      <dgm:t>
        <a:bodyPr/>
        <a:lstStyle/>
        <a:p>
          <a:r>
            <a:rPr lang="en-US" sz="2600" b="1" u="sng" dirty="0">
              <a:latin typeface="Times New Roman" panose="02020603050405020304" pitchFamily="18" charset="0"/>
              <a:cs typeface="Times New Roman" panose="02020603050405020304" pitchFamily="18" charset="0"/>
            </a:rPr>
            <a:t>Expected Outcomes:</a:t>
          </a:r>
          <a:r>
            <a:rPr lang="en-US" sz="2600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  <a:p>
          <a:r>
            <a:rPr lang="en-US" sz="2200" b="0" dirty="0">
              <a:latin typeface="Times New Roman" panose="02020603050405020304" pitchFamily="18" charset="0"/>
              <a:cs typeface="Times New Roman" panose="02020603050405020304" pitchFamily="18" charset="0"/>
            </a:rPr>
            <a:t>1. Efficient code with Syntax highlighting</a:t>
          </a:r>
        </a:p>
        <a:p>
          <a:r>
            <a:rPr lang="en-US" sz="2200" b="0" dirty="0">
              <a:latin typeface="Times New Roman" panose="02020603050405020304" pitchFamily="18" charset="0"/>
              <a:cs typeface="Times New Roman" panose="02020603050405020304" pitchFamily="18" charset="0"/>
            </a:rPr>
            <a:t>2. Multi-purpose tool</a:t>
          </a:r>
        </a:p>
        <a:p>
          <a:endParaRPr lang="en-US" sz="2600" b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1F10F9B-925A-4787-9D00-91106497A02E}" type="parTrans" cxnId="{C5BD0B3A-2D82-4EC1-9975-05076C4418DA}">
      <dgm:prSet/>
      <dgm:spPr/>
      <dgm:t>
        <a:bodyPr/>
        <a:lstStyle/>
        <a:p>
          <a:endParaRPr lang="en-US"/>
        </a:p>
      </dgm:t>
    </dgm:pt>
    <dgm:pt modelId="{196DA4DC-9DD2-4A39-8A3A-D367BFE5A8BA}" type="sibTrans" cxnId="{C5BD0B3A-2D82-4EC1-9975-05076C4418DA}">
      <dgm:prSet phldrT="03" phldr="0"/>
      <dgm:spPr/>
      <dgm:t>
        <a:bodyPr/>
        <a:lstStyle/>
        <a:p>
          <a:r>
            <a:rPr lang="en-US"/>
            <a:t>03</a:t>
          </a:r>
          <a:endParaRPr lang="en-US" dirty="0"/>
        </a:p>
      </dgm:t>
    </dgm:pt>
    <dgm:pt modelId="{09F899AB-70CA-46DA-8F8C-58514A9FEF67}" type="pres">
      <dgm:prSet presAssocID="{15509919-36B5-4162-8899-417A9F93473B}" presName="Name0" presStyleCnt="0">
        <dgm:presLayoutVars>
          <dgm:animLvl val="lvl"/>
          <dgm:resizeHandles val="exact"/>
        </dgm:presLayoutVars>
      </dgm:prSet>
      <dgm:spPr/>
    </dgm:pt>
    <dgm:pt modelId="{9E708B2C-9056-43B8-820C-8D4D2D591614}" type="pres">
      <dgm:prSet presAssocID="{AAF9DEE3-8444-4CA1-8BC2-D834D3ED6C74}" presName="compositeNode" presStyleCnt="0">
        <dgm:presLayoutVars>
          <dgm:bulletEnabled val="1"/>
        </dgm:presLayoutVars>
      </dgm:prSet>
      <dgm:spPr/>
    </dgm:pt>
    <dgm:pt modelId="{F4992080-7D4E-4F2B-B608-170DDBB6006A}" type="pres">
      <dgm:prSet presAssocID="{AAF9DEE3-8444-4CA1-8BC2-D834D3ED6C74}" presName="bgRect" presStyleLbl="alignNode1" presStyleIdx="0" presStyleCnt="3" custScaleY="105008" custLinFactNeighborX="-55" custLinFactNeighborY="134"/>
      <dgm:spPr/>
    </dgm:pt>
    <dgm:pt modelId="{15536E38-36FE-4A51-B620-2715BFAD5475}" type="pres">
      <dgm:prSet presAssocID="{23210C7F-6847-491E-BE1F-A79529AF2B8B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B158057C-23C1-45AE-9273-5935A8F6104B}" type="pres">
      <dgm:prSet presAssocID="{AAF9DEE3-8444-4CA1-8BC2-D834D3ED6C74}" presName="nodeRect" presStyleLbl="alignNode1" presStyleIdx="0" presStyleCnt="3">
        <dgm:presLayoutVars>
          <dgm:bulletEnabled val="1"/>
        </dgm:presLayoutVars>
      </dgm:prSet>
      <dgm:spPr/>
    </dgm:pt>
    <dgm:pt modelId="{5D52B8B6-958E-480C-9455-911A104C8C73}" type="pres">
      <dgm:prSet presAssocID="{23210C7F-6847-491E-BE1F-A79529AF2B8B}" presName="sibTrans" presStyleCnt="0"/>
      <dgm:spPr/>
    </dgm:pt>
    <dgm:pt modelId="{070CFBFA-AE62-406D-B2E3-4A871FE3EC95}" type="pres">
      <dgm:prSet presAssocID="{B2B879BD-3840-400C-92BD-B2C2383358D7}" presName="compositeNode" presStyleCnt="0">
        <dgm:presLayoutVars>
          <dgm:bulletEnabled val="1"/>
        </dgm:presLayoutVars>
      </dgm:prSet>
      <dgm:spPr/>
    </dgm:pt>
    <dgm:pt modelId="{89A9B4CF-6439-46B1-B6A9-1D6CD5034774}" type="pres">
      <dgm:prSet presAssocID="{B2B879BD-3840-400C-92BD-B2C2383358D7}" presName="bgRect" presStyleLbl="alignNode1" presStyleIdx="1" presStyleCnt="3" custScaleY="105008"/>
      <dgm:spPr/>
    </dgm:pt>
    <dgm:pt modelId="{379B8CE4-8135-4F2C-A5A0-E55EBE328E9A}" type="pres">
      <dgm:prSet presAssocID="{FBAA44FF-54DE-45C8-9FAC-512C40277233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9F2B2B99-E41C-48B6-9241-186B3896CDB2}" type="pres">
      <dgm:prSet presAssocID="{B2B879BD-3840-400C-92BD-B2C2383358D7}" presName="nodeRect" presStyleLbl="alignNode1" presStyleIdx="1" presStyleCnt="3">
        <dgm:presLayoutVars>
          <dgm:bulletEnabled val="1"/>
        </dgm:presLayoutVars>
      </dgm:prSet>
      <dgm:spPr/>
    </dgm:pt>
    <dgm:pt modelId="{88CC7DDE-DA0F-42A6-8406-A11161BD6BA9}" type="pres">
      <dgm:prSet presAssocID="{FBAA44FF-54DE-45C8-9FAC-512C40277233}" presName="sibTrans" presStyleCnt="0"/>
      <dgm:spPr/>
    </dgm:pt>
    <dgm:pt modelId="{4C550E1C-ACB2-4A5D-BD4A-3D5D60E405E6}" type="pres">
      <dgm:prSet presAssocID="{CA9D674E-4FF1-45DC-82E4-0B2DB6A5363F}" presName="compositeNode" presStyleCnt="0">
        <dgm:presLayoutVars>
          <dgm:bulletEnabled val="1"/>
        </dgm:presLayoutVars>
      </dgm:prSet>
      <dgm:spPr/>
    </dgm:pt>
    <dgm:pt modelId="{0802B4A8-7224-4B0A-95B7-D17AEB2B2AFF}" type="pres">
      <dgm:prSet presAssocID="{CA9D674E-4FF1-45DC-82E4-0B2DB6A5363F}" presName="bgRect" presStyleLbl="alignNode1" presStyleIdx="2" presStyleCnt="3" custScaleX="124089" custScaleY="105008" custLinFactNeighborX="55"/>
      <dgm:spPr/>
    </dgm:pt>
    <dgm:pt modelId="{68AC9669-DC11-473A-AA2E-579A44E78C37}" type="pres">
      <dgm:prSet presAssocID="{196DA4DC-9DD2-4A39-8A3A-D367BFE5A8BA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D085015A-41AF-4EFA-A104-4FD73B2362F0}" type="pres">
      <dgm:prSet presAssocID="{CA9D674E-4FF1-45DC-82E4-0B2DB6A5363F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0A7DA706-17DD-412A-8BE0-4F6529274E66}" srcId="{15509919-36B5-4162-8899-417A9F93473B}" destId="{AAF9DEE3-8444-4CA1-8BC2-D834D3ED6C74}" srcOrd="0" destOrd="0" parTransId="{205BDF49-153E-4CE8-8402-E23704595764}" sibTransId="{23210C7F-6847-491E-BE1F-A79529AF2B8B}"/>
    <dgm:cxn modelId="{109C0B15-B806-4127-A7EA-6F2FD85C2B5C}" type="presOf" srcId="{AAF9DEE3-8444-4CA1-8BC2-D834D3ED6C74}" destId="{B158057C-23C1-45AE-9273-5935A8F6104B}" srcOrd="1" destOrd="0" presId="urn:microsoft.com/office/officeart/2016/7/layout/LinearBlockProcessNumbered#1"/>
    <dgm:cxn modelId="{284ED317-FBD3-4318-9DC1-43DD0A7A84DA}" type="presOf" srcId="{CA9D674E-4FF1-45DC-82E4-0B2DB6A5363F}" destId="{D085015A-41AF-4EFA-A104-4FD73B2362F0}" srcOrd="1" destOrd="0" presId="urn:microsoft.com/office/officeart/2016/7/layout/LinearBlockProcessNumbered#1"/>
    <dgm:cxn modelId="{28938E20-006F-438A-BC3B-539C09A41AF8}" type="presOf" srcId="{23210C7F-6847-491E-BE1F-A79529AF2B8B}" destId="{15536E38-36FE-4A51-B620-2715BFAD5475}" srcOrd="0" destOrd="0" presId="urn:microsoft.com/office/officeart/2016/7/layout/LinearBlockProcessNumbered#1"/>
    <dgm:cxn modelId="{9519B82E-A537-470B-AA27-A5E33C934F3E}" type="presOf" srcId="{196DA4DC-9DD2-4A39-8A3A-D367BFE5A8BA}" destId="{68AC9669-DC11-473A-AA2E-579A44E78C37}" srcOrd="0" destOrd="0" presId="urn:microsoft.com/office/officeart/2016/7/layout/LinearBlockProcessNumbered#1"/>
    <dgm:cxn modelId="{E774C62E-62A2-478F-B2D4-49AC51F9A4FC}" type="presOf" srcId="{FBAA44FF-54DE-45C8-9FAC-512C40277233}" destId="{379B8CE4-8135-4F2C-A5A0-E55EBE328E9A}" srcOrd="0" destOrd="0" presId="urn:microsoft.com/office/officeart/2016/7/layout/LinearBlockProcessNumbered#1"/>
    <dgm:cxn modelId="{C5BD0B3A-2D82-4EC1-9975-05076C4418DA}" srcId="{15509919-36B5-4162-8899-417A9F93473B}" destId="{CA9D674E-4FF1-45DC-82E4-0B2DB6A5363F}" srcOrd="2" destOrd="0" parTransId="{F1F10F9B-925A-4787-9D00-91106497A02E}" sibTransId="{196DA4DC-9DD2-4A39-8A3A-D367BFE5A8BA}"/>
    <dgm:cxn modelId="{6E5EF465-680F-4962-87CA-2B44BA61BBF3}" type="presOf" srcId="{AAF9DEE3-8444-4CA1-8BC2-D834D3ED6C74}" destId="{F4992080-7D4E-4F2B-B608-170DDBB6006A}" srcOrd="0" destOrd="0" presId="urn:microsoft.com/office/officeart/2016/7/layout/LinearBlockProcessNumbered#1"/>
    <dgm:cxn modelId="{BE05FF76-48E4-476C-9495-A13A63321F9B}" type="presOf" srcId="{B2B879BD-3840-400C-92BD-B2C2383358D7}" destId="{89A9B4CF-6439-46B1-B6A9-1D6CD5034774}" srcOrd="0" destOrd="0" presId="urn:microsoft.com/office/officeart/2016/7/layout/LinearBlockProcessNumbered#1"/>
    <dgm:cxn modelId="{AEC6D081-73F8-41AD-9101-B43295B68E14}" type="presOf" srcId="{CA9D674E-4FF1-45DC-82E4-0B2DB6A5363F}" destId="{0802B4A8-7224-4B0A-95B7-D17AEB2B2AFF}" srcOrd="0" destOrd="0" presId="urn:microsoft.com/office/officeart/2016/7/layout/LinearBlockProcessNumbered#1"/>
    <dgm:cxn modelId="{840BB0C7-181A-4BA4-9324-C35937B4BA77}" type="presOf" srcId="{15509919-36B5-4162-8899-417A9F93473B}" destId="{09F899AB-70CA-46DA-8F8C-58514A9FEF67}" srcOrd="0" destOrd="0" presId="urn:microsoft.com/office/officeart/2016/7/layout/LinearBlockProcessNumbered#1"/>
    <dgm:cxn modelId="{42CDCACA-F394-4044-BBF6-522A0005ABCB}" srcId="{15509919-36B5-4162-8899-417A9F93473B}" destId="{B2B879BD-3840-400C-92BD-B2C2383358D7}" srcOrd="1" destOrd="0" parTransId="{09440D86-F3E6-4A3C-9E78-1AFC56348641}" sibTransId="{FBAA44FF-54DE-45C8-9FAC-512C40277233}"/>
    <dgm:cxn modelId="{6AB3E3E3-CAC3-4821-AAD0-21289FC8AF3F}" type="presOf" srcId="{B2B879BD-3840-400C-92BD-B2C2383358D7}" destId="{9F2B2B99-E41C-48B6-9241-186B3896CDB2}" srcOrd="1" destOrd="0" presId="urn:microsoft.com/office/officeart/2016/7/layout/LinearBlockProcessNumbered#1"/>
    <dgm:cxn modelId="{90D3E440-E32E-4616-A794-C357B58C725C}" type="presParOf" srcId="{09F899AB-70CA-46DA-8F8C-58514A9FEF67}" destId="{9E708B2C-9056-43B8-820C-8D4D2D591614}" srcOrd="0" destOrd="0" presId="urn:microsoft.com/office/officeart/2016/7/layout/LinearBlockProcessNumbered#1"/>
    <dgm:cxn modelId="{94905F72-0547-4876-85BD-1CE201853F0E}" type="presParOf" srcId="{9E708B2C-9056-43B8-820C-8D4D2D591614}" destId="{F4992080-7D4E-4F2B-B608-170DDBB6006A}" srcOrd="0" destOrd="0" presId="urn:microsoft.com/office/officeart/2016/7/layout/LinearBlockProcessNumbered#1"/>
    <dgm:cxn modelId="{32F232D9-C82F-455D-A4CB-8A6F950974CB}" type="presParOf" srcId="{9E708B2C-9056-43B8-820C-8D4D2D591614}" destId="{15536E38-36FE-4A51-B620-2715BFAD5475}" srcOrd="1" destOrd="0" presId="urn:microsoft.com/office/officeart/2016/7/layout/LinearBlockProcessNumbered#1"/>
    <dgm:cxn modelId="{E1630E94-0972-452E-A256-8FE168492E2F}" type="presParOf" srcId="{9E708B2C-9056-43B8-820C-8D4D2D591614}" destId="{B158057C-23C1-45AE-9273-5935A8F6104B}" srcOrd="2" destOrd="0" presId="urn:microsoft.com/office/officeart/2016/7/layout/LinearBlockProcessNumbered#1"/>
    <dgm:cxn modelId="{3D53040A-6114-439D-91AE-A92823686B42}" type="presParOf" srcId="{09F899AB-70CA-46DA-8F8C-58514A9FEF67}" destId="{5D52B8B6-958E-480C-9455-911A104C8C73}" srcOrd="1" destOrd="0" presId="urn:microsoft.com/office/officeart/2016/7/layout/LinearBlockProcessNumbered#1"/>
    <dgm:cxn modelId="{71CD1E60-9941-432A-AAD3-6BEE9759C7CA}" type="presParOf" srcId="{09F899AB-70CA-46DA-8F8C-58514A9FEF67}" destId="{070CFBFA-AE62-406D-B2E3-4A871FE3EC95}" srcOrd="2" destOrd="0" presId="urn:microsoft.com/office/officeart/2016/7/layout/LinearBlockProcessNumbered#1"/>
    <dgm:cxn modelId="{E24E5F24-B05D-485A-B1E3-F029361EAC2F}" type="presParOf" srcId="{070CFBFA-AE62-406D-B2E3-4A871FE3EC95}" destId="{89A9B4CF-6439-46B1-B6A9-1D6CD5034774}" srcOrd="0" destOrd="0" presId="urn:microsoft.com/office/officeart/2016/7/layout/LinearBlockProcessNumbered#1"/>
    <dgm:cxn modelId="{B1A2A29E-FBA6-4188-BE73-D4752962B995}" type="presParOf" srcId="{070CFBFA-AE62-406D-B2E3-4A871FE3EC95}" destId="{379B8CE4-8135-4F2C-A5A0-E55EBE328E9A}" srcOrd="1" destOrd="0" presId="urn:microsoft.com/office/officeart/2016/7/layout/LinearBlockProcessNumbered#1"/>
    <dgm:cxn modelId="{F07F5881-E747-4C57-B3A8-80D81CA9E653}" type="presParOf" srcId="{070CFBFA-AE62-406D-B2E3-4A871FE3EC95}" destId="{9F2B2B99-E41C-48B6-9241-186B3896CDB2}" srcOrd="2" destOrd="0" presId="urn:microsoft.com/office/officeart/2016/7/layout/LinearBlockProcessNumbered#1"/>
    <dgm:cxn modelId="{CFE97617-C516-4DC5-9F9C-80DAA0EDE08F}" type="presParOf" srcId="{09F899AB-70CA-46DA-8F8C-58514A9FEF67}" destId="{88CC7DDE-DA0F-42A6-8406-A11161BD6BA9}" srcOrd="3" destOrd="0" presId="urn:microsoft.com/office/officeart/2016/7/layout/LinearBlockProcessNumbered#1"/>
    <dgm:cxn modelId="{B7A23FED-2302-47D8-8E80-C7B4D99F0301}" type="presParOf" srcId="{09F899AB-70CA-46DA-8F8C-58514A9FEF67}" destId="{4C550E1C-ACB2-4A5D-BD4A-3D5D60E405E6}" srcOrd="4" destOrd="0" presId="urn:microsoft.com/office/officeart/2016/7/layout/LinearBlockProcessNumbered#1"/>
    <dgm:cxn modelId="{B9E766C8-B1F9-4299-93D9-C5605EEE5998}" type="presParOf" srcId="{4C550E1C-ACB2-4A5D-BD4A-3D5D60E405E6}" destId="{0802B4A8-7224-4B0A-95B7-D17AEB2B2AFF}" srcOrd="0" destOrd="0" presId="urn:microsoft.com/office/officeart/2016/7/layout/LinearBlockProcessNumbered#1"/>
    <dgm:cxn modelId="{DDDBCEBE-059F-40AD-A1D1-8D888A5BCC15}" type="presParOf" srcId="{4C550E1C-ACB2-4A5D-BD4A-3D5D60E405E6}" destId="{68AC9669-DC11-473A-AA2E-579A44E78C37}" srcOrd="1" destOrd="0" presId="urn:microsoft.com/office/officeart/2016/7/layout/LinearBlockProcessNumbered#1"/>
    <dgm:cxn modelId="{90FC101C-CCF0-411F-ABB9-797553DF6D08}" type="presParOf" srcId="{4C550E1C-ACB2-4A5D-BD4A-3D5D60E405E6}" destId="{D085015A-41AF-4EFA-A104-4FD73B2362F0}" srcOrd="2" destOrd="0" presId="urn:microsoft.com/office/officeart/2016/7/layout/LinearBlockProcessNumbered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237FABF-A25A-4634-9B10-D222C604269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7167617-2455-4BD8-A0D9-3ABB8ED939BB}">
      <dgm:prSet/>
      <dgm:spPr/>
      <dgm:t>
        <a:bodyPr/>
        <a:lstStyle/>
        <a:p>
          <a:r>
            <a:rPr lang="en-US" dirty="0"/>
            <a:t>Efficient sharing of short code snippets.</a:t>
          </a:r>
        </a:p>
      </dgm:t>
    </dgm:pt>
    <dgm:pt modelId="{DD04CEE7-CF67-43E1-B376-A0C7B5880BA2}" type="parTrans" cxnId="{2D50739F-B2A3-4028-B534-39E8FC391F71}">
      <dgm:prSet/>
      <dgm:spPr/>
      <dgm:t>
        <a:bodyPr/>
        <a:lstStyle/>
        <a:p>
          <a:endParaRPr lang="en-US"/>
        </a:p>
      </dgm:t>
    </dgm:pt>
    <dgm:pt modelId="{80710A6E-A6D4-4BB6-B1A5-3AB7AEA08BF5}" type="sibTrans" cxnId="{2D50739F-B2A3-4028-B534-39E8FC391F71}">
      <dgm:prSet/>
      <dgm:spPr/>
      <dgm:t>
        <a:bodyPr/>
        <a:lstStyle/>
        <a:p>
          <a:endParaRPr lang="en-US"/>
        </a:p>
      </dgm:t>
    </dgm:pt>
    <dgm:pt modelId="{CF75389D-6D67-4CAD-8BA9-0CC51EED7E14}">
      <dgm:prSet/>
      <dgm:spPr/>
      <dgm:t>
        <a:bodyPr/>
        <a:lstStyle/>
        <a:p>
          <a:r>
            <a:rPr lang="en-US" dirty="0"/>
            <a:t>Ensure smooth and transparent experience for users.</a:t>
          </a:r>
        </a:p>
      </dgm:t>
    </dgm:pt>
    <dgm:pt modelId="{8BF41419-A50B-4AEF-BE57-D0632F8B2DBB}" type="parTrans" cxnId="{FB407DDF-15B8-49CC-800F-B5CC08DB3C62}">
      <dgm:prSet/>
      <dgm:spPr/>
      <dgm:t>
        <a:bodyPr/>
        <a:lstStyle/>
        <a:p>
          <a:endParaRPr lang="en-US"/>
        </a:p>
      </dgm:t>
    </dgm:pt>
    <dgm:pt modelId="{DD790A58-0E78-4EFB-AB6F-8FD35516120B}" type="sibTrans" cxnId="{FB407DDF-15B8-49CC-800F-B5CC08DB3C62}">
      <dgm:prSet/>
      <dgm:spPr/>
      <dgm:t>
        <a:bodyPr/>
        <a:lstStyle/>
        <a:p>
          <a:endParaRPr lang="en-US"/>
        </a:p>
      </dgm:t>
    </dgm:pt>
    <dgm:pt modelId="{500F127A-83F1-44DD-B1B3-5B03EC46CAD5}">
      <dgm:prSet/>
      <dgm:spPr/>
      <dgm:t>
        <a:bodyPr/>
        <a:lstStyle/>
        <a:p>
          <a:r>
            <a:rPr lang="en-IN" dirty="0"/>
            <a:t>Efficient in data organization and management  of users and code snippets.</a:t>
          </a:r>
          <a:endParaRPr lang="en-US" dirty="0"/>
        </a:p>
      </dgm:t>
    </dgm:pt>
    <dgm:pt modelId="{310AB46A-3EBC-4B6B-BC4B-00A14D766330}" type="parTrans" cxnId="{9EEB1ED2-E294-4E0D-BE61-8E097E0389B2}">
      <dgm:prSet/>
      <dgm:spPr/>
      <dgm:t>
        <a:bodyPr/>
        <a:lstStyle/>
        <a:p>
          <a:endParaRPr lang="en-US"/>
        </a:p>
      </dgm:t>
    </dgm:pt>
    <dgm:pt modelId="{E25E0E5B-5CCB-497B-B5A8-B0AADEBEE417}" type="sibTrans" cxnId="{9EEB1ED2-E294-4E0D-BE61-8E097E0389B2}">
      <dgm:prSet/>
      <dgm:spPr/>
      <dgm:t>
        <a:bodyPr/>
        <a:lstStyle/>
        <a:p>
          <a:endParaRPr lang="en-US"/>
        </a:p>
      </dgm:t>
    </dgm:pt>
    <dgm:pt modelId="{D5708F80-C134-40E8-A720-8CB889CC2081}">
      <dgm:prSet/>
      <dgm:spPr/>
      <dgm:t>
        <a:bodyPr/>
        <a:lstStyle/>
        <a:p>
          <a:r>
            <a:rPr lang="en-US" dirty="0"/>
            <a:t>Real-time updates are a principal benefit of this application.</a:t>
          </a:r>
        </a:p>
      </dgm:t>
    </dgm:pt>
    <dgm:pt modelId="{635B34F1-E56A-48CC-837C-6A6A46F32097}" type="parTrans" cxnId="{55C97F2C-30CF-4082-B41F-22AF326CEFBD}">
      <dgm:prSet/>
      <dgm:spPr/>
      <dgm:t>
        <a:bodyPr/>
        <a:lstStyle/>
        <a:p>
          <a:endParaRPr lang="en-US"/>
        </a:p>
      </dgm:t>
    </dgm:pt>
    <dgm:pt modelId="{36DA2818-A69D-4E1B-A733-444D84918EFB}" type="sibTrans" cxnId="{55C97F2C-30CF-4082-B41F-22AF326CEFBD}">
      <dgm:prSet/>
      <dgm:spPr/>
      <dgm:t>
        <a:bodyPr/>
        <a:lstStyle/>
        <a:p>
          <a:endParaRPr lang="en-US"/>
        </a:p>
      </dgm:t>
    </dgm:pt>
    <dgm:pt modelId="{5AF01E13-95C0-48BA-97C2-5B3738BFD1D0}" type="pres">
      <dgm:prSet presAssocID="{5237FABF-A25A-4634-9B10-D222C6042695}" presName="root" presStyleCnt="0">
        <dgm:presLayoutVars>
          <dgm:dir/>
          <dgm:resizeHandles val="exact"/>
        </dgm:presLayoutVars>
      </dgm:prSet>
      <dgm:spPr/>
    </dgm:pt>
    <dgm:pt modelId="{2D535803-AD02-4472-B906-A09782A10C01}" type="pres">
      <dgm:prSet presAssocID="{E7167617-2455-4BD8-A0D9-3ABB8ED939BB}" presName="compNode" presStyleCnt="0"/>
      <dgm:spPr/>
    </dgm:pt>
    <dgm:pt modelId="{05C499F5-AC8F-454E-9D01-A579DBADF0E0}" type="pres">
      <dgm:prSet presAssocID="{E7167617-2455-4BD8-A0D9-3ABB8ED939BB}" presName="bgRect" presStyleLbl="bgShp" presStyleIdx="0" presStyleCnt="4"/>
      <dgm:spPr/>
    </dgm:pt>
    <dgm:pt modelId="{85A9B3A5-80C9-4DAF-BD4F-A9B233C1118C}" type="pres">
      <dgm:prSet presAssocID="{E7167617-2455-4BD8-A0D9-3ABB8ED939B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per"/>
        </a:ext>
      </dgm:extLst>
    </dgm:pt>
    <dgm:pt modelId="{F2879A20-1A30-46FE-B84C-EF72D85D52B8}" type="pres">
      <dgm:prSet presAssocID="{E7167617-2455-4BD8-A0D9-3ABB8ED939BB}" presName="spaceRect" presStyleCnt="0"/>
      <dgm:spPr/>
    </dgm:pt>
    <dgm:pt modelId="{8F484DD5-83A5-4BDD-AD6C-7545135CCED6}" type="pres">
      <dgm:prSet presAssocID="{E7167617-2455-4BD8-A0D9-3ABB8ED939BB}" presName="parTx" presStyleLbl="revTx" presStyleIdx="0" presStyleCnt="4">
        <dgm:presLayoutVars>
          <dgm:chMax val="0"/>
          <dgm:chPref val="0"/>
        </dgm:presLayoutVars>
      </dgm:prSet>
      <dgm:spPr/>
    </dgm:pt>
    <dgm:pt modelId="{A4BFC728-1304-4E64-BFD7-A30BB490D430}" type="pres">
      <dgm:prSet presAssocID="{80710A6E-A6D4-4BB6-B1A5-3AB7AEA08BF5}" presName="sibTrans" presStyleCnt="0"/>
      <dgm:spPr/>
    </dgm:pt>
    <dgm:pt modelId="{31C9592F-B44B-4386-B65A-AD2D6C99FB3B}" type="pres">
      <dgm:prSet presAssocID="{CF75389D-6D67-4CAD-8BA9-0CC51EED7E14}" presName="compNode" presStyleCnt="0"/>
      <dgm:spPr/>
    </dgm:pt>
    <dgm:pt modelId="{3211635F-D729-43A6-8CB6-CE9C4BFCDB52}" type="pres">
      <dgm:prSet presAssocID="{CF75389D-6D67-4CAD-8BA9-0CC51EED7E14}" presName="bgRect" presStyleLbl="bgShp" presStyleIdx="1" presStyleCnt="4"/>
      <dgm:spPr/>
    </dgm:pt>
    <dgm:pt modelId="{4B60D09C-FDA0-4D91-B2F6-053911949027}" type="pres">
      <dgm:prSet presAssocID="{CF75389D-6D67-4CAD-8BA9-0CC51EED7E1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of People"/>
        </a:ext>
      </dgm:extLst>
    </dgm:pt>
    <dgm:pt modelId="{9879A2A9-FDFE-4549-8FA6-64512797DE1D}" type="pres">
      <dgm:prSet presAssocID="{CF75389D-6D67-4CAD-8BA9-0CC51EED7E14}" presName="spaceRect" presStyleCnt="0"/>
      <dgm:spPr/>
    </dgm:pt>
    <dgm:pt modelId="{490B225F-2229-4786-8895-4EF291EE78B4}" type="pres">
      <dgm:prSet presAssocID="{CF75389D-6D67-4CAD-8BA9-0CC51EED7E14}" presName="parTx" presStyleLbl="revTx" presStyleIdx="1" presStyleCnt="4">
        <dgm:presLayoutVars>
          <dgm:chMax val="0"/>
          <dgm:chPref val="0"/>
        </dgm:presLayoutVars>
      </dgm:prSet>
      <dgm:spPr/>
    </dgm:pt>
    <dgm:pt modelId="{48770011-6A50-4D68-BA10-6086753AEDC5}" type="pres">
      <dgm:prSet presAssocID="{DD790A58-0E78-4EFB-AB6F-8FD35516120B}" presName="sibTrans" presStyleCnt="0"/>
      <dgm:spPr/>
    </dgm:pt>
    <dgm:pt modelId="{44F39212-5678-4739-B096-723101E4AD0D}" type="pres">
      <dgm:prSet presAssocID="{500F127A-83F1-44DD-B1B3-5B03EC46CAD5}" presName="compNode" presStyleCnt="0"/>
      <dgm:spPr/>
    </dgm:pt>
    <dgm:pt modelId="{722B70DD-CDD2-434D-A582-F30DA9F3042B}" type="pres">
      <dgm:prSet presAssocID="{500F127A-83F1-44DD-B1B3-5B03EC46CAD5}" presName="bgRect" presStyleLbl="bgShp" presStyleIdx="2" presStyleCnt="4"/>
      <dgm:spPr/>
    </dgm:pt>
    <dgm:pt modelId="{1041EDF0-EB0E-4E52-99D8-E18222C0C547}" type="pres">
      <dgm:prSet presAssocID="{500F127A-83F1-44DD-B1B3-5B03EC46CAD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6EEC7F62-415C-4516-B692-F0124D287DA2}" type="pres">
      <dgm:prSet presAssocID="{500F127A-83F1-44DD-B1B3-5B03EC46CAD5}" presName="spaceRect" presStyleCnt="0"/>
      <dgm:spPr/>
    </dgm:pt>
    <dgm:pt modelId="{14EEAF8A-F6E2-41B3-BC30-D3FF1B4A9C70}" type="pres">
      <dgm:prSet presAssocID="{500F127A-83F1-44DD-B1B3-5B03EC46CAD5}" presName="parTx" presStyleLbl="revTx" presStyleIdx="2" presStyleCnt="4">
        <dgm:presLayoutVars>
          <dgm:chMax val="0"/>
          <dgm:chPref val="0"/>
        </dgm:presLayoutVars>
      </dgm:prSet>
      <dgm:spPr/>
    </dgm:pt>
    <dgm:pt modelId="{5860725D-0F7D-4773-9185-8D5F67334810}" type="pres">
      <dgm:prSet presAssocID="{E25E0E5B-5CCB-497B-B5A8-B0AADEBEE417}" presName="sibTrans" presStyleCnt="0"/>
      <dgm:spPr/>
    </dgm:pt>
    <dgm:pt modelId="{0EEAF8C9-17E6-4037-BFC3-ED694AE32557}" type="pres">
      <dgm:prSet presAssocID="{D5708F80-C134-40E8-A720-8CB889CC2081}" presName="compNode" presStyleCnt="0"/>
      <dgm:spPr/>
    </dgm:pt>
    <dgm:pt modelId="{050F560F-DFF9-4FE6-93B9-76801DDBF24F}" type="pres">
      <dgm:prSet presAssocID="{D5708F80-C134-40E8-A720-8CB889CC2081}" presName="bgRect" presStyleLbl="bgShp" presStyleIdx="3" presStyleCnt="4"/>
      <dgm:spPr/>
    </dgm:pt>
    <dgm:pt modelId="{23EFF0BA-C4B4-4A5A-BF72-DC2016B7130A}" type="pres">
      <dgm:prSet presAssocID="{D5708F80-C134-40E8-A720-8CB889CC208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349B31EA-7B9E-4551-A0B7-4E2FDB4CD2A0}" type="pres">
      <dgm:prSet presAssocID="{D5708F80-C134-40E8-A720-8CB889CC2081}" presName="spaceRect" presStyleCnt="0"/>
      <dgm:spPr/>
    </dgm:pt>
    <dgm:pt modelId="{CFE9ABFF-9C51-4D7A-B63E-D4AE3886BD4F}" type="pres">
      <dgm:prSet presAssocID="{D5708F80-C134-40E8-A720-8CB889CC208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1789B07-E738-4986-9227-1A64D4C84A88}" type="presOf" srcId="{D5708F80-C134-40E8-A720-8CB889CC2081}" destId="{CFE9ABFF-9C51-4D7A-B63E-D4AE3886BD4F}" srcOrd="0" destOrd="0" presId="urn:microsoft.com/office/officeart/2018/2/layout/IconVerticalSolidList"/>
    <dgm:cxn modelId="{55C97F2C-30CF-4082-B41F-22AF326CEFBD}" srcId="{5237FABF-A25A-4634-9B10-D222C6042695}" destId="{D5708F80-C134-40E8-A720-8CB889CC2081}" srcOrd="3" destOrd="0" parTransId="{635B34F1-E56A-48CC-837C-6A6A46F32097}" sibTransId="{36DA2818-A69D-4E1B-A733-444D84918EFB}"/>
    <dgm:cxn modelId="{19844F3C-4211-4650-A2EF-5B3E3F14AF90}" type="presOf" srcId="{500F127A-83F1-44DD-B1B3-5B03EC46CAD5}" destId="{14EEAF8A-F6E2-41B3-BC30-D3FF1B4A9C70}" srcOrd="0" destOrd="0" presId="urn:microsoft.com/office/officeart/2018/2/layout/IconVerticalSolidList"/>
    <dgm:cxn modelId="{194AF36C-8324-478A-8C44-C039ADEFA087}" type="presOf" srcId="{5237FABF-A25A-4634-9B10-D222C6042695}" destId="{5AF01E13-95C0-48BA-97C2-5B3738BFD1D0}" srcOrd="0" destOrd="0" presId="urn:microsoft.com/office/officeart/2018/2/layout/IconVerticalSolidList"/>
    <dgm:cxn modelId="{2D50739F-B2A3-4028-B534-39E8FC391F71}" srcId="{5237FABF-A25A-4634-9B10-D222C6042695}" destId="{E7167617-2455-4BD8-A0D9-3ABB8ED939BB}" srcOrd="0" destOrd="0" parTransId="{DD04CEE7-CF67-43E1-B376-A0C7B5880BA2}" sibTransId="{80710A6E-A6D4-4BB6-B1A5-3AB7AEA08BF5}"/>
    <dgm:cxn modelId="{9EEB1ED2-E294-4E0D-BE61-8E097E0389B2}" srcId="{5237FABF-A25A-4634-9B10-D222C6042695}" destId="{500F127A-83F1-44DD-B1B3-5B03EC46CAD5}" srcOrd="2" destOrd="0" parTransId="{310AB46A-3EBC-4B6B-BC4B-00A14D766330}" sibTransId="{E25E0E5B-5CCB-497B-B5A8-B0AADEBEE417}"/>
    <dgm:cxn modelId="{FB407DDF-15B8-49CC-800F-B5CC08DB3C62}" srcId="{5237FABF-A25A-4634-9B10-D222C6042695}" destId="{CF75389D-6D67-4CAD-8BA9-0CC51EED7E14}" srcOrd="1" destOrd="0" parTransId="{8BF41419-A50B-4AEF-BE57-D0632F8B2DBB}" sibTransId="{DD790A58-0E78-4EFB-AB6F-8FD35516120B}"/>
    <dgm:cxn modelId="{A21B0DE5-0F19-413A-9DC8-90216857A5E1}" type="presOf" srcId="{E7167617-2455-4BD8-A0D9-3ABB8ED939BB}" destId="{8F484DD5-83A5-4BDD-AD6C-7545135CCED6}" srcOrd="0" destOrd="0" presId="urn:microsoft.com/office/officeart/2018/2/layout/IconVerticalSolidList"/>
    <dgm:cxn modelId="{991C6CEA-6017-4D61-A8CA-263628C76774}" type="presOf" srcId="{CF75389D-6D67-4CAD-8BA9-0CC51EED7E14}" destId="{490B225F-2229-4786-8895-4EF291EE78B4}" srcOrd="0" destOrd="0" presId="urn:microsoft.com/office/officeart/2018/2/layout/IconVerticalSolidList"/>
    <dgm:cxn modelId="{F9B44F14-790C-49A2-A30E-DB5769F56517}" type="presParOf" srcId="{5AF01E13-95C0-48BA-97C2-5B3738BFD1D0}" destId="{2D535803-AD02-4472-B906-A09782A10C01}" srcOrd="0" destOrd="0" presId="urn:microsoft.com/office/officeart/2018/2/layout/IconVerticalSolidList"/>
    <dgm:cxn modelId="{9C11FEC7-7F26-478F-B994-D448BDF04D49}" type="presParOf" srcId="{2D535803-AD02-4472-B906-A09782A10C01}" destId="{05C499F5-AC8F-454E-9D01-A579DBADF0E0}" srcOrd="0" destOrd="0" presId="urn:microsoft.com/office/officeart/2018/2/layout/IconVerticalSolidList"/>
    <dgm:cxn modelId="{DA380CD1-BF6D-4E10-90C1-F498D5B9EAB7}" type="presParOf" srcId="{2D535803-AD02-4472-B906-A09782A10C01}" destId="{85A9B3A5-80C9-4DAF-BD4F-A9B233C1118C}" srcOrd="1" destOrd="0" presId="urn:microsoft.com/office/officeart/2018/2/layout/IconVerticalSolidList"/>
    <dgm:cxn modelId="{5A12B381-F027-42F8-963F-C9748F36DB68}" type="presParOf" srcId="{2D535803-AD02-4472-B906-A09782A10C01}" destId="{F2879A20-1A30-46FE-B84C-EF72D85D52B8}" srcOrd="2" destOrd="0" presId="urn:microsoft.com/office/officeart/2018/2/layout/IconVerticalSolidList"/>
    <dgm:cxn modelId="{0D04F568-9259-46D0-A4B5-D3AA92627E13}" type="presParOf" srcId="{2D535803-AD02-4472-B906-A09782A10C01}" destId="{8F484DD5-83A5-4BDD-AD6C-7545135CCED6}" srcOrd="3" destOrd="0" presId="urn:microsoft.com/office/officeart/2018/2/layout/IconVerticalSolidList"/>
    <dgm:cxn modelId="{BB3DF4D6-38A6-4167-8342-1F5DB79FA7EB}" type="presParOf" srcId="{5AF01E13-95C0-48BA-97C2-5B3738BFD1D0}" destId="{A4BFC728-1304-4E64-BFD7-A30BB490D430}" srcOrd="1" destOrd="0" presId="urn:microsoft.com/office/officeart/2018/2/layout/IconVerticalSolidList"/>
    <dgm:cxn modelId="{D60FA2E6-B23C-4652-8C1D-026A97DA0A79}" type="presParOf" srcId="{5AF01E13-95C0-48BA-97C2-5B3738BFD1D0}" destId="{31C9592F-B44B-4386-B65A-AD2D6C99FB3B}" srcOrd="2" destOrd="0" presId="urn:microsoft.com/office/officeart/2018/2/layout/IconVerticalSolidList"/>
    <dgm:cxn modelId="{E6029C51-2909-4E5F-8FD4-F21DFE93D128}" type="presParOf" srcId="{31C9592F-B44B-4386-B65A-AD2D6C99FB3B}" destId="{3211635F-D729-43A6-8CB6-CE9C4BFCDB52}" srcOrd="0" destOrd="0" presId="urn:microsoft.com/office/officeart/2018/2/layout/IconVerticalSolidList"/>
    <dgm:cxn modelId="{F5C62E17-BB97-41DD-A582-B12872B80249}" type="presParOf" srcId="{31C9592F-B44B-4386-B65A-AD2D6C99FB3B}" destId="{4B60D09C-FDA0-4D91-B2F6-053911949027}" srcOrd="1" destOrd="0" presId="urn:microsoft.com/office/officeart/2018/2/layout/IconVerticalSolidList"/>
    <dgm:cxn modelId="{9311B745-7127-4926-AFA7-6D53A2437C61}" type="presParOf" srcId="{31C9592F-B44B-4386-B65A-AD2D6C99FB3B}" destId="{9879A2A9-FDFE-4549-8FA6-64512797DE1D}" srcOrd="2" destOrd="0" presId="urn:microsoft.com/office/officeart/2018/2/layout/IconVerticalSolidList"/>
    <dgm:cxn modelId="{F169E1DB-7908-48BE-8F87-14F5877A027D}" type="presParOf" srcId="{31C9592F-B44B-4386-B65A-AD2D6C99FB3B}" destId="{490B225F-2229-4786-8895-4EF291EE78B4}" srcOrd="3" destOrd="0" presId="urn:microsoft.com/office/officeart/2018/2/layout/IconVerticalSolidList"/>
    <dgm:cxn modelId="{CBBA6057-5119-41BD-87AC-D955105C8934}" type="presParOf" srcId="{5AF01E13-95C0-48BA-97C2-5B3738BFD1D0}" destId="{48770011-6A50-4D68-BA10-6086753AEDC5}" srcOrd="3" destOrd="0" presId="urn:microsoft.com/office/officeart/2018/2/layout/IconVerticalSolidList"/>
    <dgm:cxn modelId="{7D7EFF9E-2668-4297-8C81-25A3587711BD}" type="presParOf" srcId="{5AF01E13-95C0-48BA-97C2-5B3738BFD1D0}" destId="{44F39212-5678-4739-B096-723101E4AD0D}" srcOrd="4" destOrd="0" presId="urn:microsoft.com/office/officeart/2018/2/layout/IconVerticalSolidList"/>
    <dgm:cxn modelId="{3086250E-2A0C-4303-A08D-4798FB7A3598}" type="presParOf" srcId="{44F39212-5678-4739-B096-723101E4AD0D}" destId="{722B70DD-CDD2-434D-A582-F30DA9F3042B}" srcOrd="0" destOrd="0" presId="urn:microsoft.com/office/officeart/2018/2/layout/IconVerticalSolidList"/>
    <dgm:cxn modelId="{AD4DCECF-56DA-4983-B05B-A579F2242759}" type="presParOf" srcId="{44F39212-5678-4739-B096-723101E4AD0D}" destId="{1041EDF0-EB0E-4E52-99D8-E18222C0C547}" srcOrd="1" destOrd="0" presId="urn:microsoft.com/office/officeart/2018/2/layout/IconVerticalSolidList"/>
    <dgm:cxn modelId="{D3E65DA0-E049-4B46-8C78-8938AF6741D2}" type="presParOf" srcId="{44F39212-5678-4739-B096-723101E4AD0D}" destId="{6EEC7F62-415C-4516-B692-F0124D287DA2}" srcOrd="2" destOrd="0" presId="urn:microsoft.com/office/officeart/2018/2/layout/IconVerticalSolidList"/>
    <dgm:cxn modelId="{0CD03112-BEE2-4952-91DC-CF9C9F158BBB}" type="presParOf" srcId="{44F39212-5678-4739-B096-723101E4AD0D}" destId="{14EEAF8A-F6E2-41B3-BC30-D3FF1B4A9C70}" srcOrd="3" destOrd="0" presId="urn:microsoft.com/office/officeart/2018/2/layout/IconVerticalSolidList"/>
    <dgm:cxn modelId="{50B4F641-D0EF-4B7A-AB76-536B4AF8AA2A}" type="presParOf" srcId="{5AF01E13-95C0-48BA-97C2-5B3738BFD1D0}" destId="{5860725D-0F7D-4773-9185-8D5F67334810}" srcOrd="5" destOrd="0" presId="urn:microsoft.com/office/officeart/2018/2/layout/IconVerticalSolidList"/>
    <dgm:cxn modelId="{ED31C836-F19B-450A-BF3F-4DCD9B537FFE}" type="presParOf" srcId="{5AF01E13-95C0-48BA-97C2-5B3738BFD1D0}" destId="{0EEAF8C9-17E6-4037-BFC3-ED694AE32557}" srcOrd="6" destOrd="0" presId="urn:microsoft.com/office/officeart/2018/2/layout/IconVerticalSolidList"/>
    <dgm:cxn modelId="{FAE5B9D3-6B87-4785-B998-26000D9A5C00}" type="presParOf" srcId="{0EEAF8C9-17E6-4037-BFC3-ED694AE32557}" destId="{050F560F-DFF9-4FE6-93B9-76801DDBF24F}" srcOrd="0" destOrd="0" presId="urn:microsoft.com/office/officeart/2018/2/layout/IconVerticalSolidList"/>
    <dgm:cxn modelId="{3DC41A2B-9339-4876-959F-8240AFDFE853}" type="presParOf" srcId="{0EEAF8C9-17E6-4037-BFC3-ED694AE32557}" destId="{23EFF0BA-C4B4-4A5A-BF72-DC2016B7130A}" srcOrd="1" destOrd="0" presId="urn:microsoft.com/office/officeart/2018/2/layout/IconVerticalSolidList"/>
    <dgm:cxn modelId="{2DFA6176-D4B5-435C-91B0-B038BB3FD138}" type="presParOf" srcId="{0EEAF8C9-17E6-4037-BFC3-ED694AE32557}" destId="{349B31EA-7B9E-4551-A0B7-4E2FDB4CD2A0}" srcOrd="2" destOrd="0" presId="urn:microsoft.com/office/officeart/2018/2/layout/IconVerticalSolidList"/>
    <dgm:cxn modelId="{EE225B31-7624-4209-AE1E-A1CB110930AD}" type="presParOf" srcId="{0EEAF8C9-17E6-4037-BFC3-ED694AE32557}" destId="{CFE9ABFF-9C51-4D7A-B63E-D4AE3886BD4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992080-7D4E-4F2B-B608-170DDBB6006A}">
      <dsp:nvSpPr>
        <dsp:cNvPr id="0" name=""/>
        <dsp:cNvSpPr/>
      </dsp:nvSpPr>
      <dsp:spPr>
        <a:xfrm>
          <a:off x="4" y="-6"/>
          <a:ext cx="2956619" cy="372562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92048" tIns="0" rIns="292048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u="sng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Objectives :</a:t>
          </a:r>
          <a:r>
            <a:rPr lang="en-US" sz="2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 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1. Unique code access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2. User independent snippets</a:t>
          </a:r>
        </a:p>
      </dsp:txBody>
      <dsp:txXfrm>
        <a:off x="4" y="1490243"/>
        <a:ext cx="2956619" cy="2235374"/>
      </dsp:txXfrm>
    </dsp:sp>
    <dsp:sp modelId="{15536E38-36FE-4A51-B620-2715BFAD5475}">
      <dsp:nvSpPr>
        <dsp:cNvPr id="0" name=""/>
        <dsp:cNvSpPr/>
      </dsp:nvSpPr>
      <dsp:spPr>
        <a:xfrm>
          <a:off x="1631" y="88834"/>
          <a:ext cx="2956619" cy="1419177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92048" tIns="165100" rIns="292048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  <a:endParaRPr lang="en-US" sz="6600" kern="1200" dirty="0"/>
        </a:p>
      </dsp:txBody>
      <dsp:txXfrm>
        <a:off x="1631" y="88834"/>
        <a:ext cx="2956619" cy="1419177"/>
      </dsp:txXfrm>
    </dsp:sp>
    <dsp:sp modelId="{89A9B4CF-6439-46B1-B6A9-1D6CD5034774}">
      <dsp:nvSpPr>
        <dsp:cNvPr id="0" name=""/>
        <dsp:cNvSpPr/>
      </dsp:nvSpPr>
      <dsp:spPr>
        <a:xfrm>
          <a:off x="3194780" y="-6"/>
          <a:ext cx="2956619" cy="372562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92048" tIns="0" rIns="292048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u="sng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Goals:</a:t>
          </a:r>
          <a:r>
            <a:rPr lang="en-US" sz="2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 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1. User Friendly Interface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2. Easy to use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3. Persistent Storage</a:t>
          </a:r>
        </a:p>
      </dsp:txBody>
      <dsp:txXfrm>
        <a:off x="3194780" y="1490243"/>
        <a:ext cx="2956619" cy="2235374"/>
      </dsp:txXfrm>
    </dsp:sp>
    <dsp:sp modelId="{379B8CE4-8135-4F2C-A5A0-E55EBE328E9A}">
      <dsp:nvSpPr>
        <dsp:cNvPr id="0" name=""/>
        <dsp:cNvSpPr/>
      </dsp:nvSpPr>
      <dsp:spPr>
        <a:xfrm>
          <a:off x="3194780" y="88834"/>
          <a:ext cx="2956619" cy="1419177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92048" tIns="165100" rIns="292048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  <a:endParaRPr lang="en-US" sz="6600" kern="1200" dirty="0"/>
        </a:p>
      </dsp:txBody>
      <dsp:txXfrm>
        <a:off x="3194780" y="88834"/>
        <a:ext cx="2956619" cy="1419177"/>
      </dsp:txXfrm>
    </dsp:sp>
    <dsp:sp modelId="{0802B4A8-7224-4B0A-95B7-D17AEB2B2AFF}">
      <dsp:nvSpPr>
        <dsp:cNvPr id="0" name=""/>
        <dsp:cNvSpPr/>
      </dsp:nvSpPr>
      <dsp:spPr>
        <a:xfrm>
          <a:off x="6389555" y="-6"/>
          <a:ext cx="3668839" cy="372562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92048" tIns="0" rIns="292048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u="sng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Expected Outcomes:</a:t>
          </a:r>
          <a:r>
            <a:rPr lang="en-US" sz="2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1. Efficient code with Syntax highlighting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2. Multi-purpose tool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b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389555" y="1490243"/>
        <a:ext cx="3668839" cy="2235374"/>
      </dsp:txXfrm>
    </dsp:sp>
    <dsp:sp modelId="{68AC9669-DC11-473A-AA2E-579A44E78C37}">
      <dsp:nvSpPr>
        <dsp:cNvPr id="0" name=""/>
        <dsp:cNvSpPr/>
      </dsp:nvSpPr>
      <dsp:spPr>
        <a:xfrm>
          <a:off x="6744039" y="88834"/>
          <a:ext cx="2956619" cy="1419177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92048" tIns="165100" rIns="292048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  <a:endParaRPr lang="en-US" sz="6600" kern="1200" dirty="0"/>
        </a:p>
      </dsp:txBody>
      <dsp:txXfrm>
        <a:off x="6744039" y="88834"/>
        <a:ext cx="2956619" cy="141917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C499F5-AC8F-454E-9D01-A579DBADF0E0}">
      <dsp:nvSpPr>
        <dsp:cNvPr id="0" name=""/>
        <dsp:cNvSpPr/>
      </dsp:nvSpPr>
      <dsp:spPr>
        <a:xfrm>
          <a:off x="0" y="2170"/>
          <a:ext cx="5906181" cy="11002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A9B3A5-80C9-4DAF-BD4F-A9B233C1118C}">
      <dsp:nvSpPr>
        <dsp:cNvPr id="0" name=""/>
        <dsp:cNvSpPr/>
      </dsp:nvSpPr>
      <dsp:spPr>
        <a:xfrm>
          <a:off x="332837" y="249736"/>
          <a:ext cx="605159" cy="6051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484DD5-83A5-4BDD-AD6C-7545135CCED6}">
      <dsp:nvSpPr>
        <dsp:cNvPr id="0" name=""/>
        <dsp:cNvSpPr/>
      </dsp:nvSpPr>
      <dsp:spPr>
        <a:xfrm>
          <a:off x="1270834" y="2170"/>
          <a:ext cx="4635346" cy="1100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447" tIns="116447" rIns="116447" bIns="11644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Efficient sharing of short code snippets.</a:t>
          </a:r>
        </a:p>
      </dsp:txBody>
      <dsp:txXfrm>
        <a:off x="1270834" y="2170"/>
        <a:ext cx="4635346" cy="1100289"/>
      </dsp:txXfrm>
    </dsp:sp>
    <dsp:sp modelId="{3211635F-D729-43A6-8CB6-CE9C4BFCDB52}">
      <dsp:nvSpPr>
        <dsp:cNvPr id="0" name=""/>
        <dsp:cNvSpPr/>
      </dsp:nvSpPr>
      <dsp:spPr>
        <a:xfrm>
          <a:off x="0" y="1377533"/>
          <a:ext cx="5906181" cy="11002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60D09C-FDA0-4D91-B2F6-053911949027}">
      <dsp:nvSpPr>
        <dsp:cNvPr id="0" name=""/>
        <dsp:cNvSpPr/>
      </dsp:nvSpPr>
      <dsp:spPr>
        <a:xfrm>
          <a:off x="332837" y="1625098"/>
          <a:ext cx="605159" cy="6051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0B225F-2229-4786-8895-4EF291EE78B4}">
      <dsp:nvSpPr>
        <dsp:cNvPr id="0" name=""/>
        <dsp:cNvSpPr/>
      </dsp:nvSpPr>
      <dsp:spPr>
        <a:xfrm>
          <a:off x="1270834" y="1377533"/>
          <a:ext cx="4635346" cy="1100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447" tIns="116447" rIns="116447" bIns="11644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Ensure smooth and transparent experience for users.</a:t>
          </a:r>
        </a:p>
      </dsp:txBody>
      <dsp:txXfrm>
        <a:off x="1270834" y="1377533"/>
        <a:ext cx="4635346" cy="1100289"/>
      </dsp:txXfrm>
    </dsp:sp>
    <dsp:sp modelId="{722B70DD-CDD2-434D-A582-F30DA9F3042B}">
      <dsp:nvSpPr>
        <dsp:cNvPr id="0" name=""/>
        <dsp:cNvSpPr/>
      </dsp:nvSpPr>
      <dsp:spPr>
        <a:xfrm>
          <a:off x="0" y="2752895"/>
          <a:ext cx="5906181" cy="11002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41EDF0-EB0E-4E52-99D8-E18222C0C547}">
      <dsp:nvSpPr>
        <dsp:cNvPr id="0" name=""/>
        <dsp:cNvSpPr/>
      </dsp:nvSpPr>
      <dsp:spPr>
        <a:xfrm>
          <a:off x="332837" y="3000460"/>
          <a:ext cx="605159" cy="6051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EEAF8A-F6E2-41B3-BC30-D3FF1B4A9C70}">
      <dsp:nvSpPr>
        <dsp:cNvPr id="0" name=""/>
        <dsp:cNvSpPr/>
      </dsp:nvSpPr>
      <dsp:spPr>
        <a:xfrm>
          <a:off x="1270834" y="2752895"/>
          <a:ext cx="4635346" cy="1100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447" tIns="116447" rIns="116447" bIns="11644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Efficient in data organization and management  of users and code snippets.</a:t>
          </a:r>
          <a:endParaRPr lang="en-US" sz="2100" kern="1200" dirty="0"/>
        </a:p>
      </dsp:txBody>
      <dsp:txXfrm>
        <a:off x="1270834" y="2752895"/>
        <a:ext cx="4635346" cy="1100289"/>
      </dsp:txXfrm>
    </dsp:sp>
    <dsp:sp modelId="{050F560F-DFF9-4FE6-93B9-76801DDBF24F}">
      <dsp:nvSpPr>
        <dsp:cNvPr id="0" name=""/>
        <dsp:cNvSpPr/>
      </dsp:nvSpPr>
      <dsp:spPr>
        <a:xfrm>
          <a:off x="0" y="4128257"/>
          <a:ext cx="5906181" cy="11002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EFF0BA-C4B4-4A5A-BF72-DC2016B7130A}">
      <dsp:nvSpPr>
        <dsp:cNvPr id="0" name=""/>
        <dsp:cNvSpPr/>
      </dsp:nvSpPr>
      <dsp:spPr>
        <a:xfrm>
          <a:off x="332837" y="4375822"/>
          <a:ext cx="605159" cy="60515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E9ABFF-9C51-4D7A-B63E-D4AE3886BD4F}">
      <dsp:nvSpPr>
        <dsp:cNvPr id="0" name=""/>
        <dsp:cNvSpPr/>
      </dsp:nvSpPr>
      <dsp:spPr>
        <a:xfrm>
          <a:off x="1270834" y="4128257"/>
          <a:ext cx="4635346" cy="1100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447" tIns="116447" rIns="116447" bIns="11644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Real-time updates are a principal benefit of this application.</a:t>
          </a:r>
        </a:p>
      </dsp:txBody>
      <dsp:txXfrm>
        <a:off x="1270834" y="4128257"/>
        <a:ext cx="4635346" cy="11002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#1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{97D4F0E7-A380-4E8A-A5E6-02A2C57BE889}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{5712BDC4-329B-45B2-9194-A148ABB6560A}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{8984278A-33F0-4B08-ABC0-F48449CE37F3}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C3045D-A8E8-4049-A08F-054F07471526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61C4E4-38ED-4355-AC39-F822350661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9303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Start with high level description on what this application offers.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1C4E4-38ED-4355-AC39-F822350661D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2411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integration, </a:t>
            </a:r>
            <a:r>
              <a:rPr lang="en-US" dirty="0" err="1"/>
              <a:t>Multlingual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1C4E4-38ED-4355-AC39-F822350661D7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2232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12/25/2025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50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3184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0581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9503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147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700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1610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12/25/2025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5313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80866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409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2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4"/>
          <p:cNvSpPr/>
          <p:nvPr/>
        </p:nvSpPr>
        <p:spPr>
          <a:xfrm>
            <a:off x="1880075" y="823605"/>
            <a:ext cx="8263784" cy="1577764"/>
          </a:xfrm>
          <a:custGeom>
            <a:avLst/>
            <a:gdLst/>
            <a:ahLst/>
            <a:cxnLst/>
            <a:rect l="l" t="t" r="r" b="b"/>
            <a:pathLst>
              <a:path w="11301259" h="1709315">
                <a:moveTo>
                  <a:pt x="0" y="0"/>
                </a:moveTo>
                <a:lnTo>
                  <a:pt x="11301258" y="0"/>
                </a:lnTo>
                <a:lnTo>
                  <a:pt x="11301258" y="1709315"/>
                </a:lnTo>
                <a:lnTo>
                  <a:pt x="0" y="17093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6"/>
          <p:cNvSpPr txBox="1"/>
          <p:nvPr/>
        </p:nvSpPr>
        <p:spPr>
          <a:xfrm>
            <a:off x="828942" y="2720112"/>
            <a:ext cx="10568063" cy="8526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05"/>
              </a:lnSpc>
            </a:pPr>
            <a:r>
              <a:rPr lang="en-US" sz="3600" b="1" spc="-269" dirty="0">
                <a:solidFill>
                  <a:srgbClr val="000000"/>
                </a:solidFill>
                <a:latin typeface="Arial Black" panose="020B0A04020102020204" pitchFamily="34" charset="0"/>
                <a:ea typeface="Poppins Bold"/>
                <a:cs typeface="Times New Roman" panose="02020603050405020304" pitchFamily="18" charset="0"/>
                <a:sym typeface="Poppins Bold"/>
              </a:rPr>
              <a:t>Online Code Snippet Sharing Tool</a:t>
            </a:r>
          </a:p>
        </p:txBody>
      </p:sp>
      <p:sp>
        <p:nvSpPr>
          <p:cNvPr id="5" name="TextBox 7"/>
          <p:cNvSpPr txBox="1"/>
          <p:nvPr/>
        </p:nvSpPr>
        <p:spPr>
          <a:xfrm>
            <a:off x="729477" y="4148333"/>
            <a:ext cx="10834954" cy="1341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SAHIL RAJESH (1NH24MC112)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Guide: </a:t>
            </a:r>
            <a:r>
              <a:rPr lang="en-US" sz="2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A. </a:t>
            </a:r>
            <a:r>
              <a:rPr lang="en-US" sz="20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Kalaivani</a:t>
            </a: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(Sr. Assistant Professor)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MCA, NHCE</a:t>
            </a:r>
            <a:endParaRPr lang="en-US" sz="2999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  <p:extLst>
      <p:ext uri="{BB962C8B-B14F-4D97-AF65-F5344CB8AC3E}">
        <p14:creationId xmlns:p14="http://schemas.microsoft.com/office/powerpoint/2010/main" val="29138062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FA03D-8C60-C14F-5D45-4BC3B4176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73A45-5DF8-3FCB-39CF-7411FBEA5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365782"/>
            <a:ext cx="10058400" cy="3849624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and learners frequently share short pieces of code, such as utility functions, configuration snippets.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Consists of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Guest, User and Admin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tool allows users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create, save, and share code snippets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matter of seconds, complete with syntax highlighting and persistent storage.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21332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B8085-1FFF-44DD-A144-D794D923C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Statements</a:t>
            </a:r>
          </a:p>
        </p:txBody>
      </p:sp>
      <p:graphicFrame>
        <p:nvGraphicFramePr>
          <p:cNvPr id="5" name="Content Placeholder 2" descr="SmartArt Process Diagram">
            <a:extLst>
              <a:ext uri="{FF2B5EF4-FFF2-40B4-BE49-F238E27FC236}">
                <a16:creationId xmlns:a16="http://schemas.microsoft.com/office/drawing/2014/main" id="{60233515-42BF-4401-AB7F-458C06159D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4976238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337735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06443-7C2D-403E-08E4-7A0F13A1E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0E81A-2EDA-B7B0-B901-74E8CE032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Researchers like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Brad Green and Shyam Seshadri (2019)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appreciated AngularJS for its fantastic templating, routing, and data-binding features/outlying functionalities.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comparative study by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Craig Walls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(2016)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emphasized the foundation of frameworks like Spring Boot which provides autoconfiguration, embedded servers, and production features for development on-the-fly.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448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52D53-78B7-A942-C438-A33413ED4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Limitations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76740-79F1-790F-3D8E-BA043757D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Paste tools provide speed but ignore identity, permissions, and persistence.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Repository platforms are powerful but overkill for short-lived fragments and informal learning.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lightweight middle ground between ephemeral paste bins and full repository platforms.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Ctxt.io, Pastebin, GitHub gists, etc.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8417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05">
            <a:extLst>
              <a:ext uri="{FF2B5EF4-FFF2-40B4-BE49-F238E27FC236}">
                <a16:creationId xmlns:a16="http://schemas.microsoft.com/office/drawing/2014/main" id="{282E2A95-1A08-4118-83C6-B1CA5648E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2FFEFC7E-85EE-4AC9-A351-FBEB13A1D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5534" y="237744"/>
            <a:ext cx="2926080" cy="6382512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CB2511BB-FC4C-45F3-94EB-661D6806C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9100" y="413053"/>
            <a:ext cx="2616201" cy="6064596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062A13-088A-260F-4074-63FE1D935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293" y="611178"/>
            <a:ext cx="3227471" cy="3044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cap="all" spc="-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Methodology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68DC0EC7-60EA-4BD3-BC04-D547DE1B2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69764" y="413053"/>
            <a:ext cx="8212114" cy="6064596"/>
          </a:xfrm>
          <a:prstGeom prst="rect">
            <a:avLst/>
          </a:prstGeom>
          <a:noFill/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0111DD-4364-BAEA-51B5-C951AA001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051" y="310693"/>
            <a:ext cx="8529539" cy="6269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4929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DF3B1-5D87-73E6-21BC-AA7C371E8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Modules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52B0AA-EA09-FEBD-4300-D359A60AD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16294" y="2145858"/>
            <a:ext cx="2238652" cy="640080"/>
          </a:xfrm>
          <a:noFill/>
        </p:spPr>
        <p:txBody>
          <a:bodyPr>
            <a:norm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Admin</a:t>
            </a:r>
            <a:r>
              <a:rPr lang="en-US" dirty="0"/>
              <a:t>	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9E7F75-1D1A-66E4-5455-34D7F2DEF3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0467" y="2805908"/>
            <a:ext cx="3820511" cy="3163825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View user statistics</a:t>
            </a:r>
          </a:p>
          <a:p>
            <a:pPr>
              <a:buFontTx/>
              <a:buChar char="-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snippets</a:t>
            </a:r>
          </a:p>
          <a:p>
            <a:pPr>
              <a:buFontTx/>
              <a:buChar char="-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user, guest snippets</a:t>
            </a:r>
          </a:p>
          <a:p>
            <a:pPr>
              <a:buFontTx/>
              <a:buChar char="-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snippets, user</a:t>
            </a:r>
          </a:p>
          <a:p>
            <a:pPr>
              <a:buFontTx/>
              <a:buChar char="-"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CF6B32-9DDC-8160-E27B-DFDE1A8F53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308483" y="2145858"/>
            <a:ext cx="2086198" cy="640080"/>
          </a:xfrm>
          <a:noFill/>
        </p:spPr>
        <p:txBody>
          <a:bodyPr>
            <a:norm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D23201-C37B-48B6-9085-97FFAFF6AF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45518" y="2795044"/>
            <a:ext cx="2979682" cy="3164509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Create/Modify snippets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Share snippets (Read/write)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Download/Copy snippets</a:t>
            </a:r>
          </a:p>
          <a:p>
            <a:pPr marL="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E50AF98-AC98-51EF-AE85-3EF6C2B046B9}"/>
              </a:ext>
            </a:extLst>
          </p:cNvPr>
          <p:cNvSpPr txBox="1">
            <a:spLocks/>
          </p:cNvSpPr>
          <p:nvPr/>
        </p:nvSpPr>
        <p:spPr>
          <a:xfrm>
            <a:off x="4997565" y="2165828"/>
            <a:ext cx="2238652" cy="64008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90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Guest</a:t>
            </a:r>
            <a:r>
              <a:rPr lang="en-US" dirty="0"/>
              <a:t>	</a:t>
            </a:r>
            <a:endParaRPr lang="en-IN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837AC574-7A0F-461A-E21D-45516218F164}"/>
              </a:ext>
            </a:extLst>
          </p:cNvPr>
          <p:cNvSpPr txBox="1">
            <a:spLocks/>
          </p:cNvSpPr>
          <p:nvPr/>
        </p:nvSpPr>
        <p:spPr>
          <a:xfrm>
            <a:off x="4818734" y="2805908"/>
            <a:ext cx="2612079" cy="31638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Garamond" pitchFamily="18" charset="0"/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Create snippets</a:t>
            </a:r>
          </a:p>
          <a:p>
            <a:pPr>
              <a:buFontTx/>
              <a:buChar char="-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 snippets</a:t>
            </a:r>
          </a:p>
          <a:p>
            <a:pPr>
              <a:buFontTx/>
              <a:buChar char="-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 snippets</a:t>
            </a:r>
          </a:p>
          <a:p>
            <a:pPr>
              <a:buFontTx/>
              <a:buChar char="-"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9797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10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 animBg="1"/>
      <p:bldP spid="6" grpId="0" build="allAtOnce" animBg="1"/>
      <p:bldP spid="8" grpId="0" build="allAtOnce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E3E56-959E-F738-210B-5BC33145D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225AE-1601-D279-47E5-DDC46CAB3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Requirements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BEA22F-FE17-393F-BD5A-6619E6024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2074334"/>
            <a:ext cx="4663440" cy="640080"/>
          </a:xfrm>
          <a:noFill/>
        </p:spPr>
        <p:txBody>
          <a:bodyPr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r>
              <a:rPr lang="en-US" dirty="0">
                <a:solidFill>
                  <a:schemeClr val="bg1"/>
                </a:solidFill>
              </a:rPr>
              <a:t>	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80E754-F1CA-E709-0568-90B34060E0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6800" y="2792471"/>
            <a:ext cx="4663440" cy="3163825"/>
          </a:xfrm>
          <a:solidFill>
            <a:schemeClr val="bg1">
              <a:lumMod val="85000"/>
            </a:schemeClr>
          </a:solidFill>
        </p:spPr>
        <p:txBody>
          <a:bodyPr>
            <a:normAutofit fontScale="92500" lnSpcReduction="10000"/>
          </a:bodyPr>
          <a:lstStyle/>
          <a:p>
            <a:pPr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: Mobile / Laptop / Desktop</a:t>
            </a:r>
          </a:p>
          <a:p>
            <a:pPr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 Size : 6.1 inch or higher</a:t>
            </a:r>
          </a:p>
          <a:p>
            <a:pPr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: Stable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9E0464-99E4-162A-BCFA-5EDDD7FD80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noFill/>
        </p:spPr>
        <p:txBody>
          <a:bodyPr>
            <a:norm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FA3804-8767-30E3-01E4-D1FBA907A4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Browser : Edge, Chrome, Firefox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Technology : AngularJS, Spring Boot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Database : PostgreSQL (Clever 			Cloud)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Tools used : Visual Studio Code, 	          Docker Desktop, 		          Clever Cloud, Render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8027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56BA5-2EB7-129C-7307-DA038AB4D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1F4F4-4C6B-44F8-1974-0247BFFAC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Scaffold entities, repositories, and controllers, establish migration scripts.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snippet CRUD, guest scoping and add syntax highlighting.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Docker Compose for database provisioning and deployment.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Deployed Docker hub image on Render.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17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7C749-6CC3-B36D-F673-619068516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 of the project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083ED4-5D00-95F0-58E6-D1F6A6E71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37" y="1702231"/>
            <a:ext cx="9892864" cy="50435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960A4B-3885-EC08-9570-5704D5C64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329" y="1695513"/>
            <a:ext cx="9007825" cy="49260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8CC0D2-95DB-74ED-F88A-616AC917AB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4499" y="1711258"/>
            <a:ext cx="9887615" cy="5012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158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AD6B69-E0A0-476D-9EE1-6B69F04C5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BE10A1-AD5F-4AB3-8A94-41D62B494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747127-D87C-0393-B77C-E7FE8C92D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84BFFE-6A90-4311-ACD5-B34177D46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4122323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5FFA528-950F-4CBA-32BB-061E3B34CA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7411077"/>
              </p:ext>
            </p:extLst>
          </p:nvPr>
        </p:nvGraphicFramePr>
        <p:xfrm>
          <a:off x="5478124" y="800947"/>
          <a:ext cx="5906181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226256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58071-9A64-3258-6077-E4E23BE2B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CFAB6-58B1-BD19-EBE8-80918D906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Code snippet sharing tool helps combine both functionality from paste bins and full repository platforms.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application is much suited for small scale enterprises or educational institutions.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features include user management, snippet creation &amp; sharing, admin control.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55277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1D04A-A652-995A-302E-A8D03C059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62A2B-AFAF-2293-E0F2-ABE3D1002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application more scalable.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user profile enhancements.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authorization to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Oauth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2.0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towards ReactJS.</a:t>
            </a:r>
          </a:p>
        </p:txBody>
      </p:sp>
    </p:spTree>
    <p:extLst>
      <p:ext uri="{BB962C8B-B14F-4D97-AF65-F5344CB8AC3E}">
        <p14:creationId xmlns:p14="http://schemas.microsoft.com/office/powerpoint/2010/main" val="31774537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1D04A-A652-995A-302E-A8D03C059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b="1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62A2B-AFAF-2293-E0F2-ABE3D1002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10631214" cy="41122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Text References: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  ng-book: The Complete Book On AngularJS by Ari Lerner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Spring Boot 3.0 Cookbook by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Packt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Publishing</a:t>
            </a:r>
          </a:p>
          <a:p>
            <a:pPr marL="0" indent="0">
              <a:buNone/>
            </a:pPr>
            <a:r>
              <a:rPr lang="en-US" sz="3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Web References:</a:t>
            </a:r>
          </a:p>
          <a:p>
            <a:pPr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Spring Boot Project – https://spring.io/projects/spring-boot</a:t>
            </a:r>
          </a:p>
          <a:p>
            <a:pPr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Docker - </a:t>
            </a:r>
            <a:r>
              <a:rPr lang="en-US" sz="2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https://hub.docker.com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2275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2463" y="2076628"/>
            <a:ext cx="7161376" cy="21877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000" b="1" dirty="0">
                <a:solidFill>
                  <a:schemeClr val="tx1"/>
                </a:solidFill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36378631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435551" y="2059536"/>
            <a:ext cx="7161376" cy="21877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0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6EECE879-282B-BE0D-09D9-0FB4599869E2}"/>
              </a:ext>
            </a:extLst>
          </p:cNvPr>
          <p:cNvSpPr txBox="1"/>
          <p:nvPr/>
        </p:nvSpPr>
        <p:spPr>
          <a:xfrm>
            <a:off x="6096000" y="5031201"/>
            <a:ext cx="6375516" cy="13413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SAHIL RAJESH (1NH24MC112)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Guide: </a:t>
            </a:r>
            <a:r>
              <a:rPr lang="en-US" sz="2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A. </a:t>
            </a:r>
            <a:r>
              <a:rPr lang="en-US" sz="20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Kalaivani</a:t>
            </a: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(Sr. Assistant Professor)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MCA, NHCE</a:t>
            </a:r>
            <a:endParaRPr lang="en-US" sz="2999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  <p:extLst>
      <p:ext uri="{BB962C8B-B14F-4D97-AF65-F5344CB8AC3E}">
        <p14:creationId xmlns:p14="http://schemas.microsoft.com/office/powerpoint/2010/main" val="17773800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avon">
      <a:majorFont>
        <a:latin typeface="Sagona Extra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Sagona Book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Marquee">
    <a:dk1>
      <a:srgbClr val="000000"/>
    </a:dk1>
    <a:lt1>
      <a:sysClr val="window" lastClr="FFFFFF"/>
    </a:lt1>
    <a:dk2>
      <a:srgbClr val="5E5E5E"/>
    </a:dk2>
    <a:lt2>
      <a:srgbClr val="DDDDDD"/>
    </a:lt2>
    <a:accent1>
      <a:srgbClr val="418AB3"/>
    </a:accent1>
    <a:accent2>
      <a:srgbClr val="A6B727"/>
    </a:accent2>
    <a:accent3>
      <a:srgbClr val="F69200"/>
    </a:accent3>
    <a:accent4>
      <a:srgbClr val="838383"/>
    </a:accent4>
    <a:accent5>
      <a:srgbClr val="FEC306"/>
    </a:accent5>
    <a:accent6>
      <a:srgbClr val="DF5327"/>
    </a:accent6>
    <a:hlink>
      <a:srgbClr val="F59E00"/>
    </a:hlink>
    <a:folHlink>
      <a:srgbClr val="B2B2B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0DB95DD-0319-4EE5-8C5C-9CEDF75E024B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2F3B215-496E-4790-A364-7C1C46DEC771}">
  <ds:schemaRefs>
    <ds:schemaRef ds:uri="71af3243-3dd4-4a8d-8c0d-dd76da1f02a5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AE2713E1-6312-427E-BFCB-C5A5DA30137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6d2c7112-af95-4e9e-acd6-d2a990e40851}" enabled="0" method="" siteId="{6d2c7112-af95-4e9e-acd6-d2a990e4085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{CF687169-3F01-45C8-BD11-0C251858DA1C}tf78829772_win32</Template>
  <TotalTime>255</TotalTime>
  <Words>609</Words>
  <Application>Microsoft Office PowerPoint</Application>
  <PresentationFormat>Widescreen</PresentationFormat>
  <Paragraphs>91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 Black</vt:lpstr>
      <vt:lpstr>Calibri</vt:lpstr>
      <vt:lpstr>Garamond</vt:lpstr>
      <vt:lpstr>Poppins</vt:lpstr>
      <vt:lpstr>Poppins Bold</vt:lpstr>
      <vt:lpstr>Sagona Book</vt:lpstr>
      <vt:lpstr>Sagona ExtraLight</vt:lpstr>
      <vt:lpstr>Times New Roman</vt:lpstr>
      <vt:lpstr>SavonVTI</vt:lpstr>
      <vt:lpstr>PowerPoint Presentation</vt:lpstr>
      <vt:lpstr>Introduction</vt:lpstr>
      <vt:lpstr>Problem Statements</vt:lpstr>
      <vt:lpstr>Literature Survey</vt:lpstr>
      <vt:lpstr>Existing System Limitations</vt:lpstr>
      <vt:lpstr>Proposed System / Methodology</vt:lpstr>
      <vt:lpstr>System Modules</vt:lpstr>
      <vt:lpstr>Technical Requirements</vt:lpstr>
      <vt:lpstr>Implementation</vt:lpstr>
      <vt:lpstr>Screenshots of the project</vt:lpstr>
      <vt:lpstr>Results &amp; analysis</vt:lpstr>
      <vt:lpstr>Conclusion</vt:lpstr>
      <vt:lpstr>Future enhancements</vt:lpstr>
      <vt:lpstr>References</vt:lpstr>
      <vt:lpstr>PowerPoint Presentation</vt:lpstr>
      <vt:lpstr>PowerPoint Presentation</vt:lpstr>
    </vt:vector>
  </TitlesOfParts>
  <Company>Waters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lost and found gui using java swing</dc:title>
  <dc:creator>[EXT] Sahil Rajesh</dc:creator>
  <cp:lastModifiedBy>Sahil Rajesh</cp:lastModifiedBy>
  <cp:revision>60</cp:revision>
  <dcterms:created xsi:type="dcterms:W3CDTF">2025-08-19T06:00:00Z</dcterms:created>
  <dcterms:modified xsi:type="dcterms:W3CDTF">2025-12-25T15:51:22Z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