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40" r:id="rId5"/>
    <p:sldId id="342" r:id="rId6"/>
    <p:sldId id="343" r:id="rId7"/>
    <p:sldId id="344" r:id="rId8"/>
    <p:sldId id="346" r:id="rId9"/>
    <p:sldId id="347" r:id="rId10"/>
    <p:sldId id="348" r:id="rId11"/>
    <p:sldId id="350" r:id="rId12"/>
    <p:sldId id="351" r:id="rId13"/>
    <p:sldId id="352" r:id="rId14"/>
    <p:sldId id="353" r:id="rId15"/>
    <p:sldId id="356" r:id="rId16"/>
    <p:sldId id="354" r:id="rId17"/>
    <p:sldId id="35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7/6/2025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7/6/2025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57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8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506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3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362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27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453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081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noProof="0" dirty="0"/>
              <a:t>Simple Lost &amp; Found GUI using Java Swing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51" y="550439"/>
            <a:ext cx="10571998" cy="725911"/>
          </a:xfrm>
        </p:spPr>
        <p:txBody>
          <a:bodyPr/>
          <a:lstStyle/>
          <a:p>
            <a:pPr lvl="0"/>
            <a:r>
              <a:rPr lang="en-US" dirty="0" err="1"/>
              <a:t>MainPage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6200" y="5411093"/>
            <a:ext cx="10572000" cy="896468"/>
          </a:xfrm>
        </p:spPr>
        <p:txBody>
          <a:bodyPr/>
          <a:lstStyle/>
          <a:p>
            <a:pPr lvl="0"/>
            <a:r>
              <a:rPr lang="en-US" noProof="0" dirty="0"/>
              <a:t>Navigating the future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53B63-4406-0BC7-B562-A124D62F0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6" y="1276350"/>
            <a:ext cx="9667874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Registration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88F30-A069-66C5-B8E1-A8E24252C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76250"/>
            <a:ext cx="74866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8CCCEC06-31A4-216C-78F1-DF37E7A7CC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460845" y="1130427"/>
            <a:ext cx="4597146" cy="459714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377941-FDA2-9332-B360-A8C7279918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ECA8A6-26C7-FE2F-5884-A9A56520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14244"/>
            <a:ext cx="5695102" cy="209204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Login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6CE1FC-D3C3-2246-E714-36385E507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378" y="574242"/>
            <a:ext cx="7486650" cy="567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83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7FBB55-EF55-03D8-7D3C-29341A40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2224520"/>
            <a:ext cx="3990110" cy="2192482"/>
          </a:xfrm>
        </p:spPr>
        <p:txBody>
          <a:bodyPr/>
          <a:lstStyle/>
          <a:p>
            <a:r>
              <a:rPr lang="en-US" dirty="0"/>
              <a:t>User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76C7AE-A1EF-B1EB-2750-56504909B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295" y="309562"/>
            <a:ext cx="748665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34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C9C7069E-8095-250E-5EC8-5FE8BAC18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" b="14"/>
          <a:stretch/>
        </p:blipFill>
        <p:spPr>
          <a:xfrm>
            <a:off x="645319" y="785813"/>
            <a:ext cx="3440905" cy="501808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28204-2C6C-CA2B-7ACE-709BD219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19" y="1363001"/>
            <a:ext cx="4851694" cy="219070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New Complaint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546B95-192D-0BD6-D318-ADEF49818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724" y="376237"/>
            <a:ext cx="764857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13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3E25-7402-EAC9-107D-E3C80B967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924339"/>
            <a:ext cx="3990110" cy="5009322"/>
          </a:xfrm>
        </p:spPr>
        <p:txBody>
          <a:bodyPr/>
          <a:lstStyle/>
          <a:p>
            <a:pPr lvl="0"/>
            <a:r>
              <a:rPr lang="en-US" dirty="0"/>
              <a:t>Pending Complaints</a:t>
            </a:r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05EEAA-A4EF-6713-EFA1-7CEB51770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865" y="347662"/>
            <a:ext cx="762000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02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7DFA-9278-9CB6-C5BC-520AB10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1" y="1038225"/>
            <a:ext cx="4295399" cy="888028"/>
          </a:xfrm>
        </p:spPr>
        <p:txBody>
          <a:bodyPr/>
          <a:lstStyle/>
          <a:p>
            <a:pPr lvl="0"/>
            <a:r>
              <a:rPr lang="en-US" noProof="0" dirty="0"/>
              <a:t>Self Found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D2C65-B0F4-7FA5-9490-DC049B19A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75" y="466725"/>
            <a:ext cx="7486650" cy="5924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5D480B-BF48-DC00-B62B-73155C84E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275" y="1139825"/>
            <a:ext cx="74930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85972AC-EBF0-AEDE-17FB-A51EAA83A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7" y="477518"/>
            <a:ext cx="3829465" cy="2693887"/>
          </a:xfrm>
        </p:spPr>
        <p:txBody>
          <a:bodyPr/>
          <a:lstStyle/>
          <a:p>
            <a:r>
              <a:rPr lang="en-US" dirty="0"/>
              <a:t>Found Items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46B6BD-1796-5C1C-DAFB-3E504CE4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58" y="477518"/>
            <a:ext cx="7835194" cy="606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45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E035E3-4AFC-E252-4DE7-03298EA19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985" y="270033"/>
            <a:ext cx="9513209" cy="631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709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EF70-82D5-7640-21AD-BEAC8FBD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3716333" cy="6507711"/>
          </a:xfrm>
        </p:spPr>
        <p:txBody>
          <a:bodyPr/>
          <a:lstStyle/>
          <a:p>
            <a:pPr lvl="0"/>
            <a:r>
              <a:rPr lang="en-US" noProof="0" dirty="0"/>
              <a:t>Admin Action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1C915CE-EC91-4DEE-9C0D-2A94031D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" r="101"/>
          <a:stretch/>
        </p:blipFill>
        <p:spPr>
          <a:xfrm>
            <a:off x="7429500" y="992188"/>
            <a:ext cx="3425825" cy="501808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F50806-B4B0-1697-ED11-6E0005726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324" y="400049"/>
            <a:ext cx="7931259" cy="623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08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1C915CE-EC91-4DEE-9C0D-2A94031D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" r="101"/>
          <a:stretch/>
        </p:blipFill>
        <p:spPr>
          <a:xfrm>
            <a:off x="7429500" y="992188"/>
            <a:ext cx="3425825" cy="501808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2FF405-29E2-0C33-F232-0921BB0FE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64" y="14842"/>
            <a:ext cx="10499238" cy="697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90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571499"/>
            <a:ext cx="11118274" cy="1154114"/>
          </a:xfrm>
        </p:spPr>
        <p:txBody>
          <a:bodyPr/>
          <a:lstStyle/>
          <a:p>
            <a:pPr lvl="0"/>
            <a:r>
              <a:rPr lang="en-US" noProof="0" dirty="0"/>
              <a:t>Future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EDD1-5A8E-0F37-E892-65A530E36B2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667" y="2461056"/>
            <a:ext cx="3626424" cy="3721535"/>
          </a:xfrm>
        </p:spPr>
        <p:txBody>
          <a:bodyPr/>
          <a:lstStyle/>
          <a:p>
            <a:pPr lvl="0"/>
            <a:r>
              <a:rPr lang="en-US" noProof="0" dirty="0"/>
              <a:t>Make a full-fledged React JS application</a:t>
            </a:r>
          </a:p>
          <a:p>
            <a:pPr lvl="0"/>
            <a:r>
              <a:rPr lang="en-US" dirty="0"/>
              <a:t>Add Cloud support</a:t>
            </a:r>
            <a:endParaRPr lang="en-US" noProof="0" dirty="0"/>
          </a:p>
          <a:p>
            <a:pPr lvl="0"/>
            <a:r>
              <a:rPr lang="en-US" dirty="0"/>
              <a:t>Donate to Colleges, Schools, Corporate firms, etc.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8ADA2-B38F-A25B-C324-05E10CE9CD9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95282" y="2440275"/>
            <a:ext cx="5164553" cy="3721534"/>
          </a:xfrm>
        </p:spPr>
        <p:txBody>
          <a:bodyPr>
            <a:normAutofit/>
          </a:bodyPr>
          <a:lstStyle/>
          <a:p>
            <a:r>
              <a:rPr lang="en-US" noProof="0" dirty="0"/>
              <a:t>Product enhancement. </a:t>
            </a:r>
          </a:p>
          <a:p>
            <a:pPr lvl="1"/>
            <a:r>
              <a:rPr lang="en-US" noProof="0" dirty="0"/>
              <a:t>Introduce regular updates and features to enhance product offerings.</a:t>
            </a:r>
          </a:p>
          <a:p>
            <a:r>
              <a:rPr lang="en-US" noProof="0" dirty="0"/>
              <a:t>Technology integration. </a:t>
            </a:r>
          </a:p>
          <a:p>
            <a:pPr lvl="1"/>
            <a:r>
              <a:rPr lang="en-US" noProof="0" dirty="0"/>
              <a:t>Explore emerging technologies for potential integration into our operations.</a:t>
            </a:r>
          </a:p>
        </p:txBody>
      </p:sp>
    </p:spTree>
    <p:extLst>
      <p:ext uri="{BB962C8B-B14F-4D97-AF65-F5344CB8AC3E}">
        <p14:creationId xmlns:p14="http://schemas.microsoft.com/office/powerpoint/2010/main" val="3119354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b="1" noProof="0" dirty="0"/>
              <a:t>Team Members</a:t>
            </a:r>
          </a:p>
          <a:p>
            <a:pPr lvl="0"/>
            <a:r>
              <a:rPr lang="en-US" noProof="0" dirty="0"/>
              <a:t>R</a:t>
            </a:r>
            <a:r>
              <a:rPr lang="en-US" dirty="0" err="1"/>
              <a:t>anjitha</a:t>
            </a:r>
            <a:r>
              <a:rPr lang="en-US" dirty="0"/>
              <a:t> Sriram </a:t>
            </a:r>
            <a:r>
              <a:rPr lang="en-US" dirty="0" err="1"/>
              <a:t>Nigale</a:t>
            </a:r>
            <a:endParaRPr lang="en-US" dirty="0"/>
          </a:p>
          <a:p>
            <a:pPr lvl="0"/>
            <a:r>
              <a:rPr lang="en-US" noProof="0" dirty="0"/>
              <a:t>1NH24MC106</a:t>
            </a:r>
          </a:p>
          <a:p>
            <a:pPr lvl="0"/>
            <a:endParaRPr lang="en-US" noProof="0" dirty="0"/>
          </a:p>
          <a:p>
            <a:pPr lvl="0"/>
            <a:r>
              <a:rPr lang="en-US" dirty="0"/>
              <a:t>Sahil Rajesh</a:t>
            </a:r>
          </a:p>
          <a:p>
            <a:pPr lvl="0"/>
            <a:r>
              <a:rPr lang="en-US" noProof="0" dirty="0"/>
              <a:t>1NH24MC112</a:t>
            </a:r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Liquid void presentation</Template>
  <TotalTime>23</TotalTime>
  <Words>105</Words>
  <Application>Microsoft Office PowerPoint</Application>
  <PresentationFormat>Widescreen</PresentationFormat>
  <Paragraphs>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Century Gothic</vt:lpstr>
      <vt:lpstr>Wingdings 2</vt:lpstr>
      <vt:lpstr>Quotable</vt:lpstr>
      <vt:lpstr>Simple Lost &amp; Found GUI using Java Swing</vt:lpstr>
      <vt:lpstr>MainPage</vt:lpstr>
      <vt:lpstr>Registration page</vt:lpstr>
      <vt:lpstr>Login Page</vt:lpstr>
      <vt:lpstr>User Dashboard</vt:lpstr>
      <vt:lpstr>New Complaint</vt:lpstr>
      <vt:lpstr>Pending Complaints</vt:lpstr>
      <vt:lpstr>Self Found ?</vt:lpstr>
      <vt:lpstr>Found Items</vt:lpstr>
      <vt:lpstr>PowerPoint Presentation</vt:lpstr>
      <vt:lpstr>Admin Action</vt:lpstr>
      <vt:lpstr>PowerPoint Presentation</vt:lpstr>
      <vt:lpstr>Future Perspective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Lost &amp; Found GUI using Java Swing</dc:title>
  <dc:creator>Sahil Rajesh</dc:creator>
  <cp:lastModifiedBy>Sahil Rajesh</cp:lastModifiedBy>
  <cp:revision>24</cp:revision>
  <dcterms:created xsi:type="dcterms:W3CDTF">2025-07-06T14:20:15Z</dcterms:created>
  <dcterms:modified xsi:type="dcterms:W3CDTF">2025-07-06T14:43:53Z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